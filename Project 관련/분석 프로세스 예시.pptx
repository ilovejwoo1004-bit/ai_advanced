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4"/>
  </p:notesMasterIdLst>
  <p:handoutMasterIdLst>
    <p:handoutMasterId r:id="rId5"/>
  </p:handoutMasterIdLst>
  <p:sldIdLst>
    <p:sldId id="1213" r:id="rId3"/>
  </p:sldIdLst>
  <p:sldSz cx="10693400" cy="756126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2F2"/>
    <a:srgbClr val="DCE6F2"/>
    <a:srgbClr val="D9D9D9"/>
    <a:srgbClr val="17375E"/>
    <a:srgbClr val="294773"/>
    <a:srgbClr val="0E435E"/>
    <a:srgbClr val="0A0A62"/>
    <a:srgbClr val="382F57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025" autoAdjust="0"/>
  </p:normalViewPr>
  <p:slideViewPr>
    <p:cSldViewPr snapToGrid="0">
      <p:cViewPr varScale="1">
        <p:scale>
          <a:sx n="90" d="100"/>
          <a:sy n="90" d="100"/>
        </p:scale>
        <p:origin x="108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F81593A-460D-47DD-2414-6D8DC4B0CF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B5B09C-39F4-478A-8842-02D543C0CB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C166E-061A-4985-ACA6-67533E0F1BD1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4F8BA8-17A2-2CAF-79A3-098FC1B67E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228B2-6282-F34E-F911-4B89B1817B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6809B-DAF7-4AA1-88EC-C34F4BC670D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093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A9996-8F67-4473-90F3-4B6466E6858D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D937E-8C0E-449A-B69F-291D24E2B35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9841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D937E-8C0E-449A-B69F-291D24E2B351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80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D:\2014 업무\심팩 CI개편\Application 작업\Application 완료\새 폴더\Untitled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40" r="4771" b="30412"/>
          <a:stretch>
            <a:fillRect/>
          </a:stretch>
        </p:blipFill>
        <p:spPr bwMode="auto">
          <a:xfrm>
            <a:off x="0" y="3132138"/>
            <a:ext cx="1069340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6" descr="D:\2014 업무\심팩 CI개편\Application 작업\Application 완료\새 폴더\지도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84" b="4863"/>
          <a:stretch>
            <a:fillRect/>
          </a:stretch>
        </p:blipFill>
        <p:spPr bwMode="auto">
          <a:xfrm>
            <a:off x="1401763" y="3060701"/>
            <a:ext cx="9291637" cy="450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 userDrawn="1"/>
        </p:nvSpPr>
        <p:spPr>
          <a:xfrm>
            <a:off x="9739313" y="1031875"/>
            <a:ext cx="647700" cy="396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29782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32" dirty="0"/>
          </a:p>
        </p:txBody>
      </p:sp>
    </p:spTree>
    <p:extLst>
      <p:ext uri="{BB962C8B-B14F-4D97-AF65-F5344CB8AC3E}">
        <p14:creationId xmlns:p14="http://schemas.microsoft.com/office/powerpoint/2010/main" val="185261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377826" y="665163"/>
            <a:ext cx="9937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9739313" y="7145338"/>
            <a:ext cx="647700" cy="239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829782" fontAlgn="auto">
              <a:spcBef>
                <a:spcPts val="0"/>
              </a:spcBef>
              <a:spcAft>
                <a:spcPts val="0"/>
              </a:spcAft>
              <a:defRPr/>
            </a:pPr>
            <a:fld id="{342D4ABA-649D-46C5-BBED-50DB16B14C7E}" type="slidenum">
              <a:rPr kumimoji="0" lang="en-US" altLang="ko-KR" sz="954" b="1">
                <a:solidFill>
                  <a:schemeClr val="bg1"/>
                </a:solidFill>
                <a:latin typeface="+mn-lt"/>
                <a:ea typeface="+mn-ea"/>
              </a:rPr>
              <a:pPr algn="r" defTabSz="829782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54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282414" y="27538"/>
            <a:ext cx="7584566" cy="741526"/>
          </a:xfrm>
        </p:spPr>
        <p:txBody>
          <a:bodyPr>
            <a:normAutofit/>
          </a:bodyPr>
          <a:lstStyle>
            <a:lvl1pPr algn="l">
              <a:defRPr sz="2228" b="1">
                <a:solidFill>
                  <a:srgbClr val="0053A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텍스트 개체 틀 2"/>
          <p:cNvSpPr>
            <a:spLocks noGrp="1"/>
          </p:cNvSpPr>
          <p:nvPr>
            <p:ph type="body" idx="1"/>
          </p:nvPr>
        </p:nvSpPr>
        <p:spPr>
          <a:xfrm>
            <a:off x="306140" y="1476377"/>
            <a:ext cx="10009112" cy="1080119"/>
          </a:xfrm>
        </p:spPr>
        <p:txBody>
          <a:bodyPr>
            <a:normAutofit/>
          </a:bodyPr>
          <a:lstStyle>
            <a:lvl1pPr marL="0" marR="0" indent="0" algn="l" defTabSz="829782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432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414891" indent="0">
              <a:buNone/>
              <a:defRPr sz="1830" b="1"/>
            </a:lvl2pPr>
            <a:lvl3pPr marL="829782" indent="0">
              <a:buNone/>
              <a:defRPr sz="1671" b="1"/>
            </a:lvl3pPr>
            <a:lvl4pPr marL="1244673" indent="0">
              <a:buNone/>
              <a:defRPr sz="1432" b="1"/>
            </a:lvl4pPr>
            <a:lvl5pPr marL="1659564" indent="0">
              <a:buNone/>
              <a:defRPr sz="1432" b="1"/>
            </a:lvl5pPr>
            <a:lvl6pPr marL="2074455" indent="0">
              <a:buNone/>
              <a:defRPr sz="1432" b="1"/>
            </a:lvl6pPr>
            <a:lvl7pPr marL="2489346" indent="0">
              <a:buNone/>
              <a:defRPr sz="1432" b="1"/>
            </a:lvl7pPr>
            <a:lvl8pPr marL="2904237" indent="0">
              <a:buNone/>
              <a:defRPr sz="1432" b="1"/>
            </a:lvl8pPr>
            <a:lvl9pPr marL="3319128" indent="0">
              <a:buNone/>
              <a:defRPr sz="1432" b="1"/>
            </a:lvl9pPr>
          </a:lstStyle>
          <a:p>
            <a:pPr lvl="0"/>
            <a:r>
              <a:rPr lang="ko-KR" altLang="en-US" noProof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019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9739313" y="7145338"/>
            <a:ext cx="647700" cy="239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829782" fontAlgn="auto">
              <a:spcBef>
                <a:spcPts val="0"/>
              </a:spcBef>
              <a:spcAft>
                <a:spcPts val="0"/>
              </a:spcAft>
              <a:defRPr/>
            </a:pPr>
            <a:fld id="{342D4ABA-649D-46C5-BBED-50DB16B14C7E}" type="slidenum">
              <a:rPr kumimoji="0" lang="en-US" altLang="ko-KR" sz="954" b="1">
                <a:solidFill>
                  <a:schemeClr val="bg1"/>
                </a:solidFill>
                <a:latin typeface="+mn-lt"/>
                <a:ea typeface="+mn-ea"/>
              </a:rPr>
              <a:pPr algn="r" defTabSz="829782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54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282414" y="27538"/>
            <a:ext cx="7584566" cy="741526"/>
          </a:xfrm>
        </p:spPr>
        <p:txBody>
          <a:bodyPr>
            <a:normAutofit/>
          </a:bodyPr>
          <a:lstStyle>
            <a:lvl1pPr algn="l">
              <a:defRPr sz="2228" b="1">
                <a:solidFill>
                  <a:srgbClr val="0053A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텍스트 개체 틀 2"/>
          <p:cNvSpPr>
            <a:spLocks noGrp="1"/>
          </p:cNvSpPr>
          <p:nvPr>
            <p:ph type="body" idx="1"/>
          </p:nvPr>
        </p:nvSpPr>
        <p:spPr>
          <a:xfrm>
            <a:off x="306140" y="1476377"/>
            <a:ext cx="10009112" cy="1080119"/>
          </a:xfrm>
        </p:spPr>
        <p:txBody>
          <a:bodyPr>
            <a:normAutofit/>
          </a:bodyPr>
          <a:lstStyle>
            <a:lvl1pPr marL="0" marR="0" indent="0" algn="l" defTabSz="829782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432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414891" indent="0">
              <a:buNone/>
              <a:defRPr sz="1830" b="1"/>
            </a:lvl2pPr>
            <a:lvl3pPr marL="829782" indent="0">
              <a:buNone/>
              <a:defRPr sz="1671" b="1"/>
            </a:lvl3pPr>
            <a:lvl4pPr marL="1244673" indent="0">
              <a:buNone/>
              <a:defRPr sz="1432" b="1"/>
            </a:lvl4pPr>
            <a:lvl5pPr marL="1659564" indent="0">
              <a:buNone/>
              <a:defRPr sz="1432" b="1"/>
            </a:lvl5pPr>
            <a:lvl6pPr marL="2074455" indent="0">
              <a:buNone/>
              <a:defRPr sz="1432" b="1"/>
            </a:lvl6pPr>
            <a:lvl7pPr marL="2489346" indent="0">
              <a:buNone/>
              <a:defRPr sz="1432" b="1"/>
            </a:lvl7pPr>
            <a:lvl8pPr marL="2904237" indent="0">
              <a:buNone/>
              <a:defRPr sz="1432" b="1"/>
            </a:lvl8pPr>
            <a:lvl9pPr marL="3319128" indent="0">
              <a:buNone/>
              <a:defRPr sz="1432" b="1"/>
            </a:lvl9pPr>
          </a:lstStyle>
          <a:p>
            <a:pPr lvl="0"/>
            <a:r>
              <a:rPr lang="ko-KR" altLang="en-US" noProof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8577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4705" y="4858813"/>
            <a:ext cx="9089390" cy="1501751"/>
          </a:xfrm>
        </p:spPr>
        <p:txBody>
          <a:bodyPr anchor="t"/>
          <a:lstStyle>
            <a:lvl1pPr algn="l">
              <a:defRPr sz="3659" b="1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6"/>
          </a:xfrm>
        </p:spPr>
        <p:txBody>
          <a:bodyPr anchor="b"/>
          <a:lstStyle>
            <a:lvl1pPr marL="0" indent="0">
              <a:buNone/>
              <a:defRPr sz="1830">
                <a:solidFill>
                  <a:schemeClr val="tx1">
                    <a:tint val="75000"/>
                  </a:schemeClr>
                </a:solidFill>
              </a:defRPr>
            </a:lvl1pPr>
            <a:lvl2pPr marL="414891" indent="0">
              <a:buNone/>
              <a:defRPr sz="1671">
                <a:solidFill>
                  <a:schemeClr val="tx1">
                    <a:tint val="75000"/>
                  </a:schemeClr>
                </a:solidFill>
              </a:defRPr>
            </a:lvl2pPr>
            <a:lvl3pPr marL="829782" indent="0">
              <a:buNone/>
              <a:defRPr sz="1432">
                <a:solidFill>
                  <a:schemeClr val="tx1">
                    <a:tint val="75000"/>
                  </a:schemeClr>
                </a:solidFill>
              </a:defRPr>
            </a:lvl3pPr>
            <a:lvl4pPr marL="1244673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4pPr>
            <a:lvl5pPr marL="1659564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5pPr>
            <a:lvl6pPr marL="2074455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6pPr>
            <a:lvl7pPr marL="2489346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7pPr>
            <a:lvl8pPr marL="2904237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8pPr>
            <a:lvl9pPr marL="331912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90A0E-C431-4412-8C86-5E3AAF90CD68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D9A02-848B-4950-9EED-0BEED3244DD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392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5639" y="1944575"/>
            <a:ext cx="5537918" cy="5502919"/>
          </a:xfrm>
        </p:spPr>
        <p:txBody>
          <a:bodyPr/>
          <a:lstStyle>
            <a:lvl1pPr>
              <a:defRPr sz="2545"/>
            </a:lvl1pPr>
            <a:lvl2pPr>
              <a:defRPr sz="2148"/>
            </a:lvl2pPr>
            <a:lvl3pPr>
              <a:defRPr sz="1830"/>
            </a:lvl3pPr>
            <a:lvl4pPr>
              <a:defRPr sz="1671"/>
            </a:lvl4pPr>
            <a:lvl5pPr>
              <a:defRPr sz="1671"/>
            </a:lvl5pPr>
            <a:lvl6pPr>
              <a:defRPr sz="1671"/>
            </a:lvl6pPr>
            <a:lvl7pPr>
              <a:defRPr sz="1671"/>
            </a:lvl7pPr>
            <a:lvl8pPr>
              <a:defRPr sz="1671"/>
            </a:lvl8pPr>
            <a:lvl9pPr>
              <a:defRPr sz="167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41782" y="1944575"/>
            <a:ext cx="5537919" cy="5502919"/>
          </a:xfrm>
        </p:spPr>
        <p:txBody>
          <a:bodyPr/>
          <a:lstStyle>
            <a:lvl1pPr>
              <a:defRPr sz="2545"/>
            </a:lvl1pPr>
            <a:lvl2pPr>
              <a:defRPr sz="2148"/>
            </a:lvl2pPr>
            <a:lvl3pPr>
              <a:defRPr sz="1830"/>
            </a:lvl3pPr>
            <a:lvl4pPr>
              <a:defRPr sz="1671"/>
            </a:lvl4pPr>
            <a:lvl5pPr>
              <a:defRPr sz="1671"/>
            </a:lvl5pPr>
            <a:lvl6pPr>
              <a:defRPr sz="1671"/>
            </a:lvl6pPr>
            <a:lvl7pPr>
              <a:defRPr sz="1671"/>
            </a:lvl7pPr>
            <a:lvl8pPr>
              <a:defRPr sz="1671"/>
            </a:lvl8pPr>
            <a:lvl9pPr>
              <a:defRPr sz="167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C0B72-AE20-49A7-9CCD-6D20FD25BB69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A789A-D1C6-4B88-B3C0-9BB22BA469F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74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0" y="302802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1" y="1692533"/>
            <a:ext cx="4724775" cy="705367"/>
          </a:xfrm>
        </p:spPr>
        <p:txBody>
          <a:bodyPr anchor="b"/>
          <a:lstStyle>
            <a:lvl1pPr marL="0" indent="0">
              <a:buNone/>
              <a:defRPr sz="2148" b="1"/>
            </a:lvl1pPr>
            <a:lvl2pPr marL="414891" indent="0">
              <a:buNone/>
              <a:defRPr sz="1830" b="1"/>
            </a:lvl2pPr>
            <a:lvl3pPr marL="829782" indent="0">
              <a:buNone/>
              <a:defRPr sz="1671" b="1"/>
            </a:lvl3pPr>
            <a:lvl4pPr marL="1244673" indent="0">
              <a:buNone/>
              <a:defRPr sz="1432" b="1"/>
            </a:lvl4pPr>
            <a:lvl5pPr marL="1659564" indent="0">
              <a:buNone/>
              <a:defRPr sz="1432" b="1"/>
            </a:lvl5pPr>
            <a:lvl6pPr marL="2074455" indent="0">
              <a:buNone/>
              <a:defRPr sz="1432" b="1"/>
            </a:lvl6pPr>
            <a:lvl7pPr marL="2489346" indent="0">
              <a:buNone/>
              <a:defRPr sz="1432" b="1"/>
            </a:lvl7pPr>
            <a:lvl8pPr marL="2904237" indent="0">
              <a:buNone/>
              <a:defRPr sz="1432" b="1"/>
            </a:lvl8pPr>
            <a:lvl9pPr marL="3319128" indent="0">
              <a:buNone/>
              <a:defRPr sz="1432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34671" y="2397901"/>
            <a:ext cx="4724775" cy="4356478"/>
          </a:xfrm>
        </p:spPr>
        <p:txBody>
          <a:bodyPr/>
          <a:lstStyle>
            <a:lvl1pPr>
              <a:defRPr sz="2148"/>
            </a:lvl1pPr>
            <a:lvl2pPr>
              <a:defRPr sz="1830"/>
            </a:lvl2pPr>
            <a:lvl3pPr>
              <a:defRPr sz="1671"/>
            </a:lvl3pPr>
            <a:lvl4pPr>
              <a:defRPr sz="1432"/>
            </a:lvl4pPr>
            <a:lvl5pPr>
              <a:defRPr sz="1432"/>
            </a:lvl5pPr>
            <a:lvl6pPr>
              <a:defRPr sz="1432"/>
            </a:lvl6pPr>
            <a:lvl7pPr>
              <a:defRPr sz="1432"/>
            </a:lvl7pPr>
            <a:lvl8pPr>
              <a:defRPr sz="1432"/>
            </a:lvl8pPr>
            <a:lvl9pPr>
              <a:defRPr sz="143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32100" y="1692533"/>
            <a:ext cx="4726631" cy="705367"/>
          </a:xfrm>
        </p:spPr>
        <p:txBody>
          <a:bodyPr anchor="b"/>
          <a:lstStyle>
            <a:lvl1pPr marL="0" indent="0">
              <a:buNone/>
              <a:defRPr sz="2148" b="1"/>
            </a:lvl1pPr>
            <a:lvl2pPr marL="414891" indent="0">
              <a:buNone/>
              <a:defRPr sz="1830" b="1"/>
            </a:lvl2pPr>
            <a:lvl3pPr marL="829782" indent="0">
              <a:buNone/>
              <a:defRPr sz="1671" b="1"/>
            </a:lvl3pPr>
            <a:lvl4pPr marL="1244673" indent="0">
              <a:buNone/>
              <a:defRPr sz="1432" b="1"/>
            </a:lvl4pPr>
            <a:lvl5pPr marL="1659564" indent="0">
              <a:buNone/>
              <a:defRPr sz="1432" b="1"/>
            </a:lvl5pPr>
            <a:lvl6pPr marL="2074455" indent="0">
              <a:buNone/>
              <a:defRPr sz="1432" b="1"/>
            </a:lvl6pPr>
            <a:lvl7pPr marL="2489346" indent="0">
              <a:buNone/>
              <a:defRPr sz="1432" b="1"/>
            </a:lvl7pPr>
            <a:lvl8pPr marL="2904237" indent="0">
              <a:buNone/>
              <a:defRPr sz="1432" b="1"/>
            </a:lvl8pPr>
            <a:lvl9pPr marL="3319128" indent="0">
              <a:buNone/>
              <a:defRPr sz="1432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32100" y="2397901"/>
            <a:ext cx="4726631" cy="4356478"/>
          </a:xfrm>
        </p:spPr>
        <p:txBody>
          <a:bodyPr/>
          <a:lstStyle>
            <a:lvl1pPr>
              <a:defRPr sz="2148"/>
            </a:lvl1pPr>
            <a:lvl2pPr>
              <a:defRPr sz="1830"/>
            </a:lvl2pPr>
            <a:lvl3pPr>
              <a:defRPr sz="1671"/>
            </a:lvl3pPr>
            <a:lvl4pPr>
              <a:defRPr sz="1432"/>
            </a:lvl4pPr>
            <a:lvl5pPr>
              <a:defRPr sz="1432"/>
            </a:lvl5pPr>
            <a:lvl6pPr>
              <a:defRPr sz="1432"/>
            </a:lvl6pPr>
            <a:lvl7pPr>
              <a:defRPr sz="1432"/>
            </a:lvl7pPr>
            <a:lvl8pPr>
              <a:defRPr sz="1432"/>
            </a:lvl8pPr>
            <a:lvl9pPr>
              <a:defRPr sz="14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1575-18B6-411E-9B77-6983D5544193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842D0-538F-4963-B709-0372E6EF2BB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F94CF-4370-41CE-A334-C3007E28998F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8CFF28-14C0-4744-9CE6-50DDFB44A1F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26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D93C9-0B6D-4E3F-9BB1-40D3F3E770DA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B6DEB-945A-41B2-88FD-AA90C2785D9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944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2" y="301050"/>
            <a:ext cx="3518055" cy="1281214"/>
          </a:xfrm>
        </p:spPr>
        <p:txBody>
          <a:bodyPr anchor="b"/>
          <a:lstStyle>
            <a:lvl1pPr algn="l">
              <a:defRPr sz="183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2944"/>
            </a:lvl1pPr>
            <a:lvl2pPr>
              <a:defRPr sz="2545"/>
            </a:lvl2pPr>
            <a:lvl3pPr>
              <a:defRPr sz="2148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34672" y="1582265"/>
            <a:ext cx="3518055" cy="5172114"/>
          </a:xfrm>
        </p:spPr>
        <p:txBody>
          <a:bodyPr/>
          <a:lstStyle>
            <a:lvl1pPr marL="0" indent="0">
              <a:buNone/>
              <a:defRPr sz="1273"/>
            </a:lvl1pPr>
            <a:lvl2pPr marL="414891" indent="0">
              <a:buNone/>
              <a:defRPr sz="1114"/>
            </a:lvl2pPr>
            <a:lvl3pPr marL="829782" indent="0">
              <a:buNone/>
              <a:defRPr sz="875"/>
            </a:lvl3pPr>
            <a:lvl4pPr marL="1244673" indent="0">
              <a:buNone/>
              <a:defRPr sz="796"/>
            </a:lvl4pPr>
            <a:lvl5pPr marL="1659564" indent="0">
              <a:buNone/>
              <a:defRPr sz="796"/>
            </a:lvl5pPr>
            <a:lvl6pPr marL="2074455" indent="0">
              <a:buNone/>
              <a:defRPr sz="796"/>
            </a:lvl6pPr>
            <a:lvl7pPr marL="2489346" indent="0">
              <a:buNone/>
              <a:defRPr sz="796"/>
            </a:lvl7pPr>
            <a:lvl8pPr marL="2904237" indent="0">
              <a:buNone/>
              <a:defRPr sz="796"/>
            </a:lvl8pPr>
            <a:lvl9pPr marL="3319128" indent="0">
              <a:buNone/>
              <a:defRPr sz="79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75657-E28B-4553-83CC-53AAC6D6AC44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B444A-3782-4DE7-8461-268DCFDD083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589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183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 rtlCol="0">
            <a:normAutofit/>
          </a:bodyPr>
          <a:lstStyle>
            <a:lvl1pPr marL="0" indent="0">
              <a:buNone/>
              <a:defRPr sz="2944"/>
            </a:lvl1pPr>
            <a:lvl2pPr marL="414891" indent="0">
              <a:buNone/>
              <a:defRPr sz="2545"/>
            </a:lvl2pPr>
            <a:lvl3pPr marL="829782" indent="0">
              <a:buNone/>
              <a:defRPr sz="2148"/>
            </a:lvl3pPr>
            <a:lvl4pPr marL="1244673" indent="0">
              <a:buNone/>
              <a:defRPr sz="1830"/>
            </a:lvl4pPr>
            <a:lvl5pPr marL="1659564" indent="0">
              <a:buNone/>
              <a:defRPr sz="1830"/>
            </a:lvl5pPr>
            <a:lvl6pPr marL="2074455" indent="0">
              <a:buNone/>
              <a:defRPr sz="1830"/>
            </a:lvl6pPr>
            <a:lvl7pPr marL="2489346" indent="0">
              <a:buNone/>
              <a:defRPr sz="1830"/>
            </a:lvl7pPr>
            <a:lvl8pPr marL="2904237" indent="0">
              <a:buNone/>
              <a:defRPr sz="1830"/>
            </a:lvl8pPr>
            <a:lvl9pPr marL="3319128" indent="0">
              <a:buNone/>
              <a:defRPr sz="183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273"/>
            </a:lvl1pPr>
            <a:lvl2pPr marL="414891" indent="0">
              <a:buNone/>
              <a:defRPr sz="1114"/>
            </a:lvl2pPr>
            <a:lvl3pPr marL="829782" indent="0">
              <a:buNone/>
              <a:defRPr sz="875"/>
            </a:lvl3pPr>
            <a:lvl4pPr marL="1244673" indent="0">
              <a:buNone/>
              <a:defRPr sz="796"/>
            </a:lvl4pPr>
            <a:lvl5pPr marL="1659564" indent="0">
              <a:buNone/>
              <a:defRPr sz="796"/>
            </a:lvl5pPr>
            <a:lvl6pPr marL="2074455" indent="0">
              <a:buNone/>
              <a:defRPr sz="796"/>
            </a:lvl6pPr>
            <a:lvl7pPr marL="2489346" indent="0">
              <a:buNone/>
              <a:defRPr sz="796"/>
            </a:lvl7pPr>
            <a:lvl8pPr marL="2904237" indent="0">
              <a:buNone/>
              <a:defRPr sz="796"/>
            </a:lvl8pPr>
            <a:lvl9pPr marL="3319128" indent="0">
              <a:buNone/>
              <a:defRPr sz="79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5BF29-3340-4DB8-A646-388587A3CC9A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EA048-39FC-4D8A-B799-B26BE3C2B4F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356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1CE3-E829-4316-B3B9-320789274477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92FC4-8E5E-4AA7-A185-A48252E0E54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5705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067112" y="334306"/>
            <a:ext cx="2812588" cy="71131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5639" y="334306"/>
            <a:ext cx="8263250" cy="71131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4E06F-77FB-49B3-9B0D-B23A5DAFBF0A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DDF8D-6094-4F19-9789-414D8AAAC48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633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순서도: 수동 입력 9"/>
          <p:cNvSpPr/>
          <p:nvPr userDrawn="1"/>
        </p:nvSpPr>
        <p:spPr>
          <a:xfrm>
            <a:off x="6" y="5977853"/>
            <a:ext cx="10711159" cy="1566657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94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7640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0"/>
            <a:ext cx="10693400" cy="5941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43" dirty="0"/>
          </a:p>
        </p:txBody>
      </p:sp>
    </p:spTree>
    <p:extLst>
      <p:ext uri="{BB962C8B-B14F-4D97-AF65-F5344CB8AC3E}">
        <p14:creationId xmlns:p14="http://schemas.microsoft.com/office/powerpoint/2010/main" val="90338846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8257373" y="4256984"/>
            <a:ext cx="2515313" cy="3304279"/>
          </a:xfrm>
          <a:custGeom>
            <a:avLst/>
            <a:gdLst>
              <a:gd name="T0" fmla="*/ 597 w 762"/>
              <a:gd name="T1" fmla="*/ 859 h 978"/>
              <a:gd name="T2" fmla="*/ 648 w 762"/>
              <a:gd name="T3" fmla="*/ 788 h 978"/>
              <a:gd name="T4" fmla="*/ 599 w 762"/>
              <a:gd name="T5" fmla="*/ 788 h 978"/>
              <a:gd name="T6" fmla="*/ 607 w 762"/>
              <a:gd name="T7" fmla="*/ 831 h 978"/>
              <a:gd name="T8" fmla="*/ 672 w 762"/>
              <a:gd name="T9" fmla="*/ 716 h 978"/>
              <a:gd name="T10" fmla="*/ 509 w 762"/>
              <a:gd name="T11" fmla="*/ 627 h 978"/>
              <a:gd name="T12" fmla="*/ 431 w 762"/>
              <a:gd name="T13" fmla="*/ 720 h 978"/>
              <a:gd name="T14" fmla="*/ 519 w 762"/>
              <a:gd name="T15" fmla="*/ 793 h 978"/>
              <a:gd name="T16" fmla="*/ 488 w 762"/>
              <a:gd name="T17" fmla="*/ 781 h 978"/>
              <a:gd name="T18" fmla="*/ 478 w 762"/>
              <a:gd name="T19" fmla="*/ 812 h 978"/>
              <a:gd name="T20" fmla="*/ 538 w 762"/>
              <a:gd name="T21" fmla="*/ 933 h 978"/>
              <a:gd name="T22" fmla="*/ 476 w 762"/>
              <a:gd name="T23" fmla="*/ 589 h 978"/>
              <a:gd name="T24" fmla="*/ 551 w 762"/>
              <a:gd name="T25" fmla="*/ 523 h 978"/>
              <a:gd name="T26" fmla="*/ 457 w 762"/>
              <a:gd name="T27" fmla="*/ 514 h 978"/>
              <a:gd name="T28" fmla="*/ 440 w 762"/>
              <a:gd name="T29" fmla="*/ 465 h 978"/>
              <a:gd name="T30" fmla="*/ 530 w 762"/>
              <a:gd name="T31" fmla="*/ 144 h 978"/>
              <a:gd name="T32" fmla="*/ 187 w 762"/>
              <a:gd name="T33" fmla="*/ 148 h 978"/>
              <a:gd name="T34" fmla="*/ 297 w 762"/>
              <a:gd name="T35" fmla="*/ 637 h 978"/>
              <a:gd name="T36" fmla="*/ 241 w 762"/>
              <a:gd name="T37" fmla="*/ 532 h 978"/>
              <a:gd name="T38" fmla="*/ 100 w 762"/>
              <a:gd name="T39" fmla="*/ 495 h 978"/>
              <a:gd name="T40" fmla="*/ 92 w 762"/>
              <a:gd name="T41" fmla="*/ 642 h 978"/>
              <a:gd name="T42" fmla="*/ 236 w 762"/>
              <a:gd name="T43" fmla="*/ 934 h 978"/>
              <a:gd name="T44" fmla="*/ 180 w 762"/>
              <a:gd name="T45" fmla="*/ 920 h 978"/>
              <a:gd name="T46" fmla="*/ 197 w 762"/>
              <a:gd name="T47" fmla="*/ 903 h 978"/>
              <a:gd name="T48" fmla="*/ 185 w 762"/>
              <a:gd name="T49" fmla="*/ 898 h 978"/>
              <a:gd name="T50" fmla="*/ 181 w 762"/>
              <a:gd name="T51" fmla="*/ 911 h 978"/>
              <a:gd name="T52" fmla="*/ 188 w 762"/>
              <a:gd name="T53" fmla="*/ 892 h 978"/>
              <a:gd name="T54" fmla="*/ 178 w 762"/>
              <a:gd name="T55" fmla="*/ 867 h 978"/>
              <a:gd name="T56" fmla="*/ 143 w 762"/>
              <a:gd name="T57" fmla="*/ 878 h 978"/>
              <a:gd name="T58" fmla="*/ 163 w 762"/>
              <a:gd name="T59" fmla="*/ 907 h 978"/>
              <a:gd name="T60" fmla="*/ 158 w 762"/>
              <a:gd name="T61" fmla="*/ 898 h 978"/>
              <a:gd name="T62" fmla="*/ 151 w 762"/>
              <a:gd name="T63" fmla="*/ 904 h 978"/>
              <a:gd name="T64" fmla="*/ 169 w 762"/>
              <a:gd name="T65" fmla="*/ 911 h 978"/>
              <a:gd name="T66" fmla="*/ 148 w 762"/>
              <a:gd name="T67" fmla="*/ 853 h 978"/>
              <a:gd name="T68" fmla="*/ 172 w 762"/>
              <a:gd name="T69" fmla="*/ 837 h 978"/>
              <a:gd name="T70" fmla="*/ 151 w 762"/>
              <a:gd name="T71" fmla="*/ 832 h 978"/>
              <a:gd name="T72" fmla="*/ 146 w 762"/>
              <a:gd name="T73" fmla="*/ 852 h 978"/>
              <a:gd name="T74" fmla="*/ 184 w 762"/>
              <a:gd name="T75" fmla="*/ 757 h 978"/>
              <a:gd name="T76" fmla="*/ 86 w 762"/>
              <a:gd name="T77" fmla="*/ 745 h 978"/>
              <a:gd name="T78" fmla="*/ 105 w 762"/>
              <a:gd name="T79" fmla="*/ 821 h 978"/>
              <a:gd name="T80" fmla="*/ 101 w 762"/>
              <a:gd name="T81" fmla="*/ 846 h 978"/>
              <a:gd name="T82" fmla="*/ 72 w 762"/>
              <a:gd name="T83" fmla="*/ 820 h 978"/>
              <a:gd name="T84" fmla="*/ 47 w 762"/>
              <a:gd name="T85" fmla="*/ 861 h 978"/>
              <a:gd name="T86" fmla="*/ 102 w 762"/>
              <a:gd name="T87" fmla="*/ 931 h 978"/>
              <a:gd name="T88" fmla="*/ 535 w 762"/>
              <a:gd name="T89" fmla="*/ 970 h 978"/>
              <a:gd name="T90" fmla="*/ 153 w 762"/>
              <a:gd name="T91" fmla="*/ 645 h 978"/>
              <a:gd name="T92" fmla="*/ 547 w 762"/>
              <a:gd name="T93" fmla="*/ 807 h 978"/>
              <a:gd name="T94" fmla="*/ 546 w 762"/>
              <a:gd name="T95" fmla="*/ 783 h 978"/>
              <a:gd name="T96" fmla="*/ 547 w 762"/>
              <a:gd name="T97" fmla="*/ 800 h 978"/>
              <a:gd name="T98" fmla="*/ 548 w 762"/>
              <a:gd name="T99" fmla="*/ 809 h 978"/>
              <a:gd name="T100" fmla="*/ 390 w 762"/>
              <a:gd name="T101" fmla="*/ 502 h 978"/>
              <a:gd name="T102" fmla="*/ 353 w 762"/>
              <a:gd name="T103" fmla="*/ 568 h 978"/>
              <a:gd name="T104" fmla="*/ 351 w 762"/>
              <a:gd name="T105" fmla="*/ 565 h 978"/>
              <a:gd name="T106" fmla="*/ 354 w 762"/>
              <a:gd name="T107" fmla="*/ 543 h 978"/>
              <a:gd name="T108" fmla="*/ 402 w 762"/>
              <a:gd name="T109" fmla="*/ 476 h 978"/>
              <a:gd name="T110" fmla="*/ 170 w 762"/>
              <a:gd name="T111" fmla="*/ 900 h 978"/>
              <a:gd name="T112" fmla="*/ 170 w 762"/>
              <a:gd name="T113" fmla="*/ 906 h 978"/>
              <a:gd name="T114" fmla="*/ 128 w 762"/>
              <a:gd name="T115" fmla="*/ 841 h 978"/>
              <a:gd name="T116" fmla="*/ 122 w 762"/>
              <a:gd name="T117" fmla="*/ 847 h 978"/>
              <a:gd name="T118" fmla="*/ 123 w 762"/>
              <a:gd name="T119" fmla="*/ 838 h 978"/>
              <a:gd name="T120" fmla="*/ 127 w 762"/>
              <a:gd name="T121" fmla="*/ 826 h 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2" h="978">
                <a:moveTo>
                  <a:pt x="696" y="951"/>
                </a:moveTo>
                <a:cubicBezTo>
                  <a:pt x="665" y="949"/>
                  <a:pt x="635" y="945"/>
                  <a:pt x="608" y="941"/>
                </a:cubicBezTo>
                <a:cubicBezTo>
                  <a:pt x="605" y="940"/>
                  <a:pt x="601" y="939"/>
                  <a:pt x="592" y="939"/>
                </a:cubicBezTo>
                <a:cubicBezTo>
                  <a:pt x="576" y="937"/>
                  <a:pt x="578" y="927"/>
                  <a:pt x="578" y="927"/>
                </a:cubicBezTo>
                <a:cubicBezTo>
                  <a:pt x="578" y="927"/>
                  <a:pt x="577" y="927"/>
                  <a:pt x="577" y="927"/>
                </a:cubicBezTo>
                <a:cubicBezTo>
                  <a:pt x="578" y="915"/>
                  <a:pt x="577" y="898"/>
                  <a:pt x="575" y="875"/>
                </a:cubicBezTo>
                <a:cubicBezTo>
                  <a:pt x="578" y="872"/>
                  <a:pt x="583" y="867"/>
                  <a:pt x="589" y="864"/>
                </a:cubicBezTo>
                <a:cubicBezTo>
                  <a:pt x="591" y="863"/>
                  <a:pt x="593" y="862"/>
                  <a:pt x="596" y="860"/>
                </a:cubicBezTo>
                <a:cubicBezTo>
                  <a:pt x="595" y="862"/>
                  <a:pt x="595" y="862"/>
                  <a:pt x="597" y="859"/>
                </a:cubicBezTo>
                <a:cubicBezTo>
                  <a:pt x="605" y="853"/>
                  <a:pt x="615" y="844"/>
                  <a:pt x="623" y="835"/>
                </a:cubicBezTo>
                <a:cubicBezTo>
                  <a:pt x="627" y="835"/>
                  <a:pt x="631" y="834"/>
                  <a:pt x="634" y="832"/>
                </a:cubicBezTo>
                <a:cubicBezTo>
                  <a:pt x="636" y="833"/>
                  <a:pt x="638" y="834"/>
                  <a:pt x="641" y="834"/>
                </a:cubicBezTo>
                <a:cubicBezTo>
                  <a:pt x="646" y="834"/>
                  <a:pt x="651" y="830"/>
                  <a:pt x="652" y="825"/>
                </a:cubicBezTo>
                <a:cubicBezTo>
                  <a:pt x="654" y="826"/>
                  <a:pt x="656" y="826"/>
                  <a:pt x="658" y="826"/>
                </a:cubicBezTo>
                <a:cubicBezTo>
                  <a:pt x="667" y="826"/>
                  <a:pt x="673" y="820"/>
                  <a:pt x="673" y="812"/>
                </a:cubicBezTo>
                <a:cubicBezTo>
                  <a:pt x="673" y="804"/>
                  <a:pt x="667" y="797"/>
                  <a:pt x="660" y="797"/>
                </a:cubicBezTo>
                <a:cubicBezTo>
                  <a:pt x="659" y="792"/>
                  <a:pt x="654" y="788"/>
                  <a:pt x="649" y="788"/>
                </a:cubicBezTo>
                <a:cubicBezTo>
                  <a:pt x="648" y="788"/>
                  <a:pt x="648" y="788"/>
                  <a:pt x="648" y="788"/>
                </a:cubicBezTo>
                <a:cubicBezTo>
                  <a:pt x="647" y="788"/>
                  <a:pt x="646" y="788"/>
                  <a:pt x="645" y="788"/>
                </a:cubicBezTo>
                <a:cubicBezTo>
                  <a:pt x="645" y="788"/>
                  <a:pt x="645" y="788"/>
                  <a:pt x="645" y="788"/>
                </a:cubicBezTo>
                <a:cubicBezTo>
                  <a:pt x="645" y="784"/>
                  <a:pt x="641" y="782"/>
                  <a:pt x="637" y="782"/>
                </a:cubicBezTo>
                <a:cubicBezTo>
                  <a:pt x="637" y="782"/>
                  <a:pt x="637" y="782"/>
                  <a:pt x="637" y="782"/>
                </a:cubicBezTo>
                <a:cubicBezTo>
                  <a:pt x="637" y="774"/>
                  <a:pt x="630" y="767"/>
                  <a:pt x="622" y="767"/>
                </a:cubicBezTo>
                <a:cubicBezTo>
                  <a:pt x="616" y="767"/>
                  <a:pt x="611" y="771"/>
                  <a:pt x="609" y="776"/>
                </a:cubicBezTo>
                <a:cubicBezTo>
                  <a:pt x="608" y="776"/>
                  <a:pt x="608" y="776"/>
                  <a:pt x="608" y="776"/>
                </a:cubicBezTo>
                <a:cubicBezTo>
                  <a:pt x="603" y="776"/>
                  <a:pt x="598" y="780"/>
                  <a:pt x="598" y="786"/>
                </a:cubicBezTo>
                <a:cubicBezTo>
                  <a:pt x="598" y="786"/>
                  <a:pt x="598" y="787"/>
                  <a:pt x="599" y="788"/>
                </a:cubicBezTo>
                <a:cubicBezTo>
                  <a:pt x="595" y="789"/>
                  <a:pt x="592" y="791"/>
                  <a:pt x="590" y="794"/>
                </a:cubicBezTo>
                <a:cubicBezTo>
                  <a:pt x="589" y="794"/>
                  <a:pt x="589" y="794"/>
                  <a:pt x="588" y="795"/>
                </a:cubicBezTo>
                <a:cubicBezTo>
                  <a:pt x="588" y="795"/>
                  <a:pt x="588" y="795"/>
                  <a:pt x="587" y="795"/>
                </a:cubicBezTo>
                <a:cubicBezTo>
                  <a:pt x="583" y="795"/>
                  <a:pt x="580" y="798"/>
                  <a:pt x="580" y="802"/>
                </a:cubicBezTo>
                <a:cubicBezTo>
                  <a:pt x="580" y="803"/>
                  <a:pt x="580" y="804"/>
                  <a:pt x="580" y="805"/>
                </a:cubicBezTo>
                <a:cubicBezTo>
                  <a:pt x="578" y="807"/>
                  <a:pt x="577" y="810"/>
                  <a:pt x="577" y="813"/>
                </a:cubicBezTo>
                <a:cubicBezTo>
                  <a:pt x="577" y="821"/>
                  <a:pt x="584" y="828"/>
                  <a:pt x="592" y="828"/>
                </a:cubicBezTo>
                <a:cubicBezTo>
                  <a:pt x="595" y="828"/>
                  <a:pt x="598" y="827"/>
                  <a:pt x="600" y="826"/>
                </a:cubicBezTo>
                <a:cubicBezTo>
                  <a:pt x="602" y="828"/>
                  <a:pt x="605" y="830"/>
                  <a:pt x="607" y="831"/>
                </a:cubicBezTo>
                <a:cubicBezTo>
                  <a:pt x="606" y="837"/>
                  <a:pt x="605" y="844"/>
                  <a:pt x="602" y="850"/>
                </a:cubicBezTo>
                <a:cubicBezTo>
                  <a:pt x="594" y="855"/>
                  <a:pt x="585" y="860"/>
                  <a:pt x="573" y="864"/>
                </a:cubicBezTo>
                <a:cubicBezTo>
                  <a:pt x="572" y="854"/>
                  <a:pt x="570" y="843"/>
                  <a:pt x="567" y="832"/>
                </a:cubicBezTo>
                <a:cubicBezTo>
                  <a:pt x="559" y="796"/>
                  <a:pt x="559" y="780"/>
                  <a:pt x="560" y="773"/>
                </a:cubicBezTo>
                <a:cubicBezTo>
                  <a:pt x="564" y="772"/>
                  <a:pt x="569" y="770"/>
                  <a:pt x="574" y="768"/>
                </a:cubicBezTo>
                <a:cubicBezTo>
                  <a:pt x="578" y="771"/>
                  <a:pt x="584" y="772"/>
                  <a:pt x="590" y="772"/>
                </a:cubicBezTo>
                <a:cubicBezTo>
                  <a:pt x="603" y="772"/>
                  <a:pt x="615" y="763"/>
                  <a:pt x="619" y="751"/>
                </a:cubicBezTo>
                <a:cubicBezTo>
                  <a:pt x="624" y="753"/>
                  <a:pt x="629" y="754"/>
                  <a:pt x="634" y="754"/>
                </a:cubicBezTo>
                <a:cubicBezTo>
                  <a:pt x="655" y="754"/>
                  <a:pt x="672" y="737"/>
                  <a:pt x="672" y="716"/>
                </a:cubicBezTo>
                <a:cubicBezTo>
                  <a:pt x="672" y="697"/>
                  <a:pt x="657" y="680"/>
                  <a:pt x="638" y="679"/>
                </a:cubicBezTo>
                <a:cubicBezTo>
                  <a:pt x="635" y="667"/>
                  <a:pt x="624" y="657"/>
                  <a:pt x="611" y="657"/>
                </a:cubicBezTo>
                <a:cubicBezTo>
                  <a:pt x="609" y="657"/>
                  <a:pt x="608" y="658"/>
                  <a:pt x="606" y="658"/>
                </a:cubicBezTo>
                <a:cubicBezTo>
                  <a:pt x="605" y="658"/>
                  <a:pt x="603" y="657"/>
                  <a:pt x="602" y="657"/>
                </a:cubicBezTo>
                <a:cubicBezTo>
                  <a:pt x="602" y="657"/>
                  <a:pt x="601" y="657"/>
                  <a:pt x="601" y="657"/>
                </a:cubicBezTo>
                <a:cubicBezTo>
                  <a:pt x="600" y="647"/>
                  <a:pt x="592" y="639"/>
                  <a:pt x="582" y="639"/>
                </a:cubicBezTo>
                <a:cubicBezTo>
                  <a:pt x="581" y="639"/>
                  <a:pt x="581" y="639"/>
                  <a:pt x="581" y="639"/>
                </a:cubicBezTo>
                <a:cubicBezTo>
                  <a:pt x="580" y="619"/>
                  <a:pt x="564" y="604"/>
                  <a:pt x="543" y="604"/>
                </a:cubicBezTo>
                <a:cubicBezTo>
                  <a:pt x="528" y="604"/>
                  <a:pt x="515" y="614"/>
                  <a:pt x="509" y="627"/>
                </a:cubicBezTo>
                <a:cubicBezTo>
                  <a:pt x="509" y="627"/>
                  <a:pt x="508" y="627"/>
                  <a:pt x="507" y="627"/>
                </a:cubicBezTo>
                <a:cubicBezTo>
                  <a:pt x="494" y="627"/>
                  <a:pt x="484" y="638"/>
                  <a:pt x="484" y="651"/>
                </a:cubicBezTo>
                <a:cubicBezTo>
                  <a:pt x="484" y="652"/>
                  <a:pt x="484" y="654"/>
                  <a:pt x="484" y="656"/>
                </a:cubicBezTo>
                <a:cubicBezTo>
                  <a:pt x="475" y="659"/>
                  <a:pt x="468" y="664"/>
                  <a:pt x="462" y="672"/>
                </a:cubicBezTo>
                <a:cubicBezTo>
                  <a:pt x="461" y="672"/>
                  <a:pt x="459" y="673"/>
                  <a:pt x="457" y="674"/>
                </a:cubicBezTo>
                <a:cubicBezTo>
                  <a:pt x="457" y="674"/>
                  <a:pt x="456" y="674"/>
                  <a:pt x="456" y="674"/>
                </a:cubicBezTo>
                <a:cubicBezTo>
                  <a:pt x="445" y="674"/>
                  <a:pt x="436" y="682"/>
                  <a:pt x="436" y="693"/>
                </a:cubicBezTo>
                <a:cubicBezTo>
                  <a:pt x="436" y="695"/>
                  <a:pt x="437" y="697"/>
                  <a:pt x="437" y="699"/>
                </a:cubicBezTo>
                <a:cubicBezTo>
                  <a:pt x="433" y="705"/>
                  <a:pt x="431" y="712"/>
                  <a:pt x="431" y="720"/>
                </a:cubicBezTo>
                <a:cubicBezTo>
                  <a:pt x="431" y="741"/>
                  <a:pt x="448" y="758"/>
                  <a:pt x="468" y="758"/>
                </a:cubicBezTo>
                <a:cubicBezTo>
                  <a:pt x="476" y="758"/>
                  <a:pt x="483" y="756"/>
                  <a:pt x="488" y="752"/>
                </a:cubicBezTo>
                <a:cubicBezTo>
                  <a:pt x="496" y="760"/>
                  <a:pt x="506" y="767"/>
                  <a:pt x="516" y="771"/>
                </a:cubicBezTo>
                <a:cubicBezTo>
                  <a:pt x="523" y="786"/>
                  <a:pt x="534" y="804"/>
                  <a:pt x="542" y="823"/>
                </a:cubicBezTo>
                <a:cubicBezTo>
                  <a:pt x="529" y="821"/>
                  <a:pt x="520" y="817"/>
                  <a:pt x="513" y="813"/>
                </a:cubicBezTo>
                <a:cubicBezTo>
                  <a:pt x="514" y="812"/>
                  <a:pt x="514" y="812"/>
                  <a:pt x="515" y="811"/>
                </a:cubicBezTo>
                <a:cubicBezTo>
                  <a:pt x="516" y="811"/>
                  <a:pt x="517" y="811"/>
                  <a:pt x="518" y="811"/>
                </a:cubicBezTo>
                <a:cubicBezTo>
                  <a:pt x="523" y="811"/>
                  <a:pt x="527" y="807"/>
                  <a:pt x="527" y="802"/>
                </a:cubicBezTo>
                <a:cubicBezTo>
                  <a:pt x="527" y="798"/>
                  <a:pt x="524" y="794"/>
                  <a:pt x="519" y="793"/>
                </a:cubicBezTo>
                <a:cubicBezTo>
                  <a:pt x="519" y="790"/>
                  <a:pt x="516" y="788"/>
                  <a:pt x="513" y="788"/>
                </a:cubicBezTo>
                <a:cubicBezTo>
                  <a:pt x="512" y="788"/>
                  <a:pt x="512" y="788"/>
                  <a:pt x="511" y="788"/>
                </a:cubicBezTo>
                <a:cubicBezTo>
                  <a:pt x="511" y="788"/>
                  <a:pt x="511" y="788"/>
                  <a:pt x="511" y="788"/>
                </a:cubicBezTo>
                <a:cubicBezTo>
                  <a:pt x="510" y="788"/>
                  <a:pt x="510" y="788"/>
                  <a:pt x="510" y="788"/>
                </a:cubicBezTo>
                <a:cubicBezTo>
                  <a:pt x="510" y="785"/>
                  <a:pt x="508" y="783"/>
                  <a:pt x="506" y="783"/>
                </a:cubicBezTo>
                <a:cubicBezTo>
                  <a:pt x="505" y="783"/>
                  <a:pt x="505" y="783"/>
                  <a:pt x="505" y="783"/>
                </a:cubicBezTo>
                <a:cubicBezTo>
                  <a:pt x="505" y="779"/>
                  <a:pt x="501" y="775"/>
                  <a:pt x="496" y="775"/>
                </a:cubicBezTo>
                <a:cubicBezTo>
                  <a:pt x="493" y="775"/>
                  <a:pt x="490" y="777"/>
                  <a:pt x="488" y="781"/>
                </a:cubicBezTo>
                <a:cubicBezTo>
                  <a:pt x="488" y="780"/>
                  <a:pt x="488" y="781"/>
                  <a:pt x="488" y="781"/>
                </a:cubicBezTo>
                <a:cubicBezTo>
                  <a:pt x="484" y="781"/>
                  <a:pt x="482" y="783"/>
                  <a:pt x="482" y="786"/>
                </a:cubicBezTo>
                <a:cubicBezTo>
                  <a:pt x="482" y="787"/>
                  <a:pt x="482" y="787"/>
                  <a:pt x="482" y="788"/>
                </a:cubicBezTo>
                <a:cubicBezTo>
                  <a:pt x="480" y="788"/>
                  <a:pt x="478" y="790"/>
                  <a:pt x="477" y="792"/>
                </a:cubicBezTo>
                <a:cubicBezTo>
                  <a:pt x="476" y="792"/>
                  <a:pt x="476" y="792"/>
                  <a:pt x="476" y="792"/>
                </a:cubicBezTo>
                <a:cubicBezTo>
                  <a:pt x="475" y="792"/>
                  <a:pt x="475" y="792"/>
                  <a:pt x="475" y="792"/>
                </a:cubicBezTo>
                <a:cubicBezTo>
                  <a:pt x="473" y="792"/>
                  <a:pt x="470" y="794"/>
                  <a:pt x="470" y="797"/>
                </a:cubicBezTo>
                <a:cubicBezTo>
                  <a:pt x="470" y="797"/>
                  <a:pt x="471" y="798"/>
                  <a:pt x="471" y="798"/>
                </a:cubicBezTo>
                <a:cubicBezTo>
                  <a:pt x="470" y="800"/>
                  <a:pt x="469" y="801"/>
                  <a:pt x="469" y="803"/>
                </a:cubicBezTo>
                <a:cubicBezTo>
                  <a:pt x="469" y="808"/>
                  <a:pt x="473" y="812"/>
                  <a:pt x="478" y="812"/>
                </a:cubicBezTo>
                <a:cubicBezTo>
                  <a:pt x="480" y="812"/>
                  <a:pt x="482" y="812"/>
                  <a:pt x="483" y="811"/>
                </a:cubicBezTo>
                <a:cubicBezTo>
                  <a:pt x="486" y="814"/>
                  <a:pt x="491" y="817"/>
                  <a:pt x="496" y="817"/>
                </a:cubicBezTo>
                <a:cubicBezTo>
                  <a:pt x="499" y="817"/>
                  <a:pt x="501" y="816"/>
                  <a:pt x="504" y="815"/>
                </a:cubicBezTo>
                <a:cubicBezTo>
                  <a:pt x="505" y="815"/>
                  <a:pt x="506" y="816"/>
                  <a:pt x="508" y="816"/>
                </a:cubicBezTo>
                <a:cubicBezTo>
                  <a:pt x="509" y="816"/>
                  <a:pt x="510" y="815"/>
                  <a:pt x="511" y="815"/>
                </a:cubicBezTo>
                <a:cubicBezTo>
                  <a:pt x="521" y="821"/>
                  <a:pt x="535" y="827"/>
                  <a:pt x="542" y="828"/>
                </a:cubicBezTo>
                <a:cubicBezTo>
                  <a:pt x="542" y="828"/>
                  <a:pt x="543" y="828"/>
                  <a:pt x="544" y="829"/>
                </a:cubicBezTo>
                <a:cubicBezTo>
                  <a:pt x="548" y="839"/>
                  <a:pt x="552" y="850"/>
                  <a:pt x="552" y="862"/>
                </a:cubicBezTo>
                <a:cubicBezTo>
                  <a:pt x="554" y="891"/>
                  <a:pt x="543" y="921"/>
                  <a:pt x="538" y="933"/>
                </a:cubicBezTo>
                <a:cubicBezTo>
                  <a:pt x="535" y="933"/>
                  <a:pt x="532" y="933"/>
                  <a:pt x="530" y="933"/>
                </a:cubicBezTo>
                <a:cubicBezTo>
                  <a:pt x="500" y="933"/>
                  <a:pt x="439" y="932"/>
                  <a:pt x="405" y="935"/>
                </a:cubicBezTo>
                <a:cubicBezTo>
                  <a:pt x="396" y="933"/>
                  <a:pt x="388" y="930"/>
                  <a:pt x="382" y="925"/>
                </a:cubicBezTo>
                <a:cubicBezTo>
                  <a:pt x="368" y="894"/>
                  <a:pt x="334" y="807"/>
                  <a:pt x="340" y="720"/>
                </a:cubicBezTo>
                <a:cubicBezTo>
                  <a:pt x="341" y="689"/>
                  <a:pt x="350" y="657"/>
                  <a:pt x="362" y="627"/>
                </a:cubicBezTo>
                <a:cubicBezTo>
                  <a:pt x="365" y="627"/>
                  <a:pt x="367" y="626"/>
                  <a:pt x="370" y="626"/>
                </a:cubicBezTo>
                <a:cubicBezTo>
                  <a:pt x="387" y="623"/>
                  <a:pt x="426" y="608"/>
                  <a:pt x="455" y="589"/>
                </a:cubicBezTo>
                <a:cubicBezTo>
                  <a:pt x="458" y="591"/>
                  <a:pt x="461" y="592"/>
                  <a:pt x="465" y="592"/>
                </a:cubicBezTo>
                <a:cubicBezTo>
                  <a:pt x="469" y="592"/>
                  <a:pt x="472" y="590"/>
                  <a:pt x="476" y="589"/>
                </a:cubicBezTo>
                <a:cubicBezTo>
                  <a:pt x="482" y="592"/>
                  <a:pt x="490" y="594"/>
                  <a:pt x="497" y="594"/>
                </a:cubicBezTo>
                <a:cubicBezTo>
                  <a:pt x="512" y="594"/>
                  <a:pt x="525" y="588"/>
                  <a:pt x="534" y="578"/>
                </a:cubicBezTo>
                <a:cubicBezTo>
                  <a:pt x="538" y="580"/>
                  <a:pt x="542" y="582"/>
                  <a:pt x="547" y="582"/>
                </a:cubicBezTo>
                <a:cubicBezTo>
                  <a:pt x="561" y="582"/>
                  <a:pt x="573" y="570"/>
                  <a:pt x="573" y="556"/>
                </a:cubicBezTo>
                <a:cubicBezTo>
                  <a:pt x="573" y="551"/>
                  <a:pt x="571" y="546"/>
                  <a:pt x="568" y="542"/>
                </a:cubicBezTo>
                <a:cubicBezTo>
                  <a:pt x="569" y="541"/>
                  <a:pt x="569" y="539"/>
                  <a:pt x="569" y="538"/>
                </a:cubicBezTo>
                <a:cubicBezTo>
                  <a:pt x="569" y="531"/>
                  <a:pt x="563" y="525"/>
                  <a:pt x="556" y="525"/>
                </a:cubicBezTo>
                <a:cubicBezTo>
                  <a:pt x="555" y="525"/>
                  <a:pt x="555" y="525"/>
                  <a:pt x="555" y="525"/>
                </a:cubicBezTo>
                <a:cubicBezTo>
                  <a:pt x="554" y="524"/>
                  <a:pt x="553" y="524"/>
                  <a:pt x="551" y="523"/>
                </a:cubicBezTo>
                <a:cubicBezTo>
                  <a:pt x="548" y="518"/>
                  <a:pt x="543" y="514"/>
                  <a:pt x="536" y="513"/>
                </a:cubicBezTo>
                <a:cubicBezTo>
                  <a:pt x="537" y="512"/>
                  <a:pt x="537" y="510"/>
                  <a:pt x="537" y="509"/>
                </a:cubicBezTo>
                <a:cubicBezTo>
                  <a:pt x="537" y="500"/>
                  <a:pt x="530" y="493"/>
                  <a:pt x="521" y="493"/>
                </a:cubicBezTo>
                <a:cubicBezTo>
                  <a:pt x="520" y="493"/>
                  <a:pt x="520" y="493"/>
                  <a:pt x="520" y="493"/>
                </a:cubicBezTo>
                <a:cubicBezTo>
                  <a:pt x="516" y="484"/>
                  <a:pt x="507" y="478"/>
                  <a:pt x="496" y="478"/>
                </a:cubicBezTo>
                <a:cubicBezTo>
                  <a:pt x="483" y="478"/>
                  <a:pt x="471" y="489"/>
                  <a:pt x="471" y="502"/>
                </a:cubicBezTo>
                <a:cubicBezTo>
                  <a:pt x="471" y="502"/>
                  <a:pt x="470" y="502"/>
                  <a:pt x="470" y="502"/>
                </a:cubicBezTo>
                <a:cubicBezTo>
                  <a:pt x="463" y="502"/>
                  <a:pt x="458" y="507"/>
                  <a:pt x="457" y="514"/>
                </a:cubicBezTo>
                <a:cubicBezTo>
                  <a:pt x="457" y="514"/>
                  <a:pt x="457" y="514"/>
                  <a:pt x="457" y="514"/>
                </a:cubicBezTo>
                <a:cubicBezTo>
                  <a:pt x="455" y="514"/>
                  <a:pt x="454" y="514"/>
                  <a:pt x="453" y="514"/>
                </a:cubicBezTo>
                <a:cubicBezTo>
                  <a:pt x="452" y="514"/>
                  <a:pt x="451" y="514"/>
                  <a:pt x="450" y="514"/>
                </a:cubicBezTo>
                <a:cubicBezTo>
                  <a:pt x="442" y="514"/>
                  <a:pt x="434" y="520"/>
                  <a:pt x="432" y="528"/>
                </a:cubicBezTo>
                <a:cubicBezTo>
                  <a:pt x="419" y="529"/>
                  <a:pt x="409" y="540"/>
                  <a:pt x="409" y="554"/>
                </a:cubicBezTo>
                <a:cubicBezTo>
                  <a:pt x="409" y="568"/>
                  <a:pt x="420" y="579"/>
                  <a:pt x="435" y="579"/>
                </a:cubicBezTo>
                <a:cubicBezTo>
                  <a:pt x="438" y="579"/>
                  <a:pt x="442" y="578"/>
                  <a:pt x="445" y="577"/>
                </a:cubicBezTo>
                <a:cubicBezTo>
                  <a:pt x="446" y="580"/>
                  <a:pt x="447" y="582"/>
                  <a:pt x="449" y="585"/>
                </a:cubicBezTo>
                <a:cubicBezTo>
                  <a:pt x="431" y="595"/>
                  <a:pt x="405" y="607"/>
                  <a:pt x="368" y="613"/>
                </a:cubicBezTo>
                <a:cubicBezTo>
                  <a:pt x="391" y="559"/>
                  <a:pt x="422" y="509"/>
                  <a:pt x="440" y="465"/>
                </a:cubicBezTo>
                <a:cubicBezTo>
                  <a:pt x="471" y="454"/>
                  <a:pt x="497" y="436"/>
                  <a:pt x="519" y="412"/>
                </a:cubicBezTo>
                <a:cubicBezTo>
                  <a:pt x="535" y="423"/>
                  <a:pt x="554" y="429"/>
                  <a:pt x="575" y="429"/>
                </a:cubicBezTo>
                <a:cubicBezTo>
                  <a:pt x="633" y="429"/>
                  <a:pt x="680" y="381"/>
                  <a:pt x="680" y="323"/>
                </a:cubicBezTo>
                <a:cubicBezTo>
                  <a:pt x="680" y="302"/>
                  <a:pt x="673" y="281"/>
                  <a:pt x="662" y="264"/>
                </a:cubicBezTo>
                <a:cubicBezTo>
                  <a:pt x="664" y="259"/>
                  <a:pt x="665" y="253"/>
                  <a:pt x="665" y="247"/>
                </a:cubicBezTo>
                <a:cubicBezTo>
                  <a:pt x="665" y="217"/>
                  <a:pt x="640" y="193"/>
                  <a:pt x="610" y="193"/>
                </a:cubicBezTo>
                <a:cubicBezTo>
                  <a:pt x="609" y="193"/>
                  <a:pt x="607" y="193"/>
                  <a:pt x="606" y="193"/>
                </a:cubicBezTo>
                <a:cubicBezTo>
                  <a:pt x="601" y="191"/>
                  <a:pt x="596" y="189"/>
                  <a:pt x="591" y="188"/>
                </a:cubicBezTo>
                <a:cubicBezTo>
                  <a:pt x="577" y="167"/>
                  <a:pt x="555" y="151"/>
                  <a:pt x="530" y="144"/>
                </a:cubicBezTo>
                <a:cubicBezTo>
                  <a:pt x="531" y="139"/>
                  <a:pt x="532" y="134"/>
                  <a:pt x="532" y="128"/>
                </a:cubicBezTo>
                <a:cubicBezTo>
                  <a:pt x="532" y="92"/>
                  <a:pt x="502" y="62"/>
                  <a:pt x="466" y="62"/>
                </a:cubicBezTo>
                <a:cubicBezTo>
                  <a:pt x="464" y="62"/>
                  <a:pt x="462" y="62"/>
                  <a:pt x="460" y="63"/>
                </a:cubicBezTo>
                <a:cubicBezTo>
                  <a:pt x="444" y="26"/>
                  <a:pt x="407" y="0"/>
                  <a:pt x="364" y="0"/>
                </a:cubicBezTo>
                <a:cubicBezTo>
                  <a:pt x="308" y="0"/>
                  <a:pt x="262" y="45"/>
                  <a:pt x="259" y="100"/>
                </a:cubicBezTo>
                <a:cubicBezTo>
                  <a:pt x="258" y="100"/>
                  <a:pt x="258" y="100"/>
                  <a:pt x="257" y="100"/>
                </a:cubicBezTo>
                <a:cubicBezTo>
                  <a:pt x="229" y="100"/>
                  <a:pt x="207" y="121"/>
                  <a:pt x="203" y="147"/>
                </a:cubicBezTo>
                <a:cubicBezTo>
                  <a:pt x="202" y="147"/>
                  <a:pt x="201" y="147"/>
                  <a:pt x="201" y="147"/>
                </a:cubicBezTo>
                <a:cubicBezTo>
                  <a:pt x="196" y="147"/>
                  <a:pt x="192" y="147"/>
                  <a:pt x="187" y="148"/>
                </a:cubicBezTo>
                <a:cubicBezTo>
                  <a:pt x="184" y="148"/>
                  <a:pt x="180" y="147"/>
                  <a:pt x="176" y="147"/>
                </a:cubicBezTo>
                <a:cubicBezTo>
                  <a:pt x="139" y="147"/>
                  <a:pt x="108" y="173"/>
                  <a:pt x="100" y="207"/>
                </a:cubicBezTo>
                <a:cubicBezTo>
                  <a:pt x="47" y="212"/>
                  <a:pt x="4" y="257"/>
                  <a:pt x="4" y="312"/>
                </a:cubicBezTo>
                <a:cubicBezTo>
                  <a:pt x="4" y="370"/>
                  <a:pt x="52" y="417"/>
                  <a:pt x="110" y="417"/>
                </a:cubicBezTo>
                <a:cubicBezTo>
                  <a:pt x="125" y="417"/>
                  <a:pt x="139" y="414"/>
                  <a:pt x="152" y="408"/>
                </a:cubicBezTo>
                <a:cubicBezTo>
                  <a:pt x="163" y="444"/>
                  <a:pt x="196" y="469"/>
                  <a:pt x="235" y="469"/>
                </a:cubicBezTo>
                <a:cubicBezTo>
                  <a:pt x="251" y="469"/>
                  <a:pt x="266" y="465"/>
                  <a:pt x="279" y="457"/>
                </a:cubicBezTo>
                <a:cubicBezTo>
                  <a:pt x="292" y="463"/>
                  <a:pt x="305" y="468"/>
                  <a:pt x="319" y="472"/>
                </a:cubicBezTo>
                <a:cubicBezTo>
                  <a:pt x="322" y="491"/>
                  <a:pt x="320" y="535"/>
                  <a:pt x="297" y="637"/>
                </a:cubicBezTo>
                <a:cubicBezTo>
                  <a:pt x="289" y="669"/>
                  <a:pt x="284" y="699"/>
                  <a:pt x="280" y="727"/>
                </a:cubicBezTo>
                <a:cubicBezTo>
                  <a:pt x="248" y="715"/>
                  <a:pt x="222" y="701"/>
                  <a:pt x="201" y="687"/>
                </a:cubicBezTo>
                <a:cubicBezTo>
                  <a:pt x="192" y="670"/>
                  <a:pt x="188" y="652"/>
                  <a:pt x="186" y="635"/>
                </a:cubicBezTo>
                <a:cubicBezTo>
                  <a:pt x="193" y="631"/>
                  <a:pt x="199" y="626"/>
                  <a:pt x="205" y="620"/>
                </a:cubicBezTo>
                <a:cubicBezTo>
                  <a:pt x="211" y="624"/>
                  <a:pt x="219" y="626"/>
                  <a:pt x="227" y="626"/>
                </a:cubicBezTo>
                <a:cubicBezTo>
                  <a:pt x="250" y="626"/>
                  <a:pt x="269" y="607"/>
                  <a:pt x="269" y="584"/>
                </a:cubicBezTo>
                <a:cubicBezTo>
                  <a:pt x="269" y="575"/>
                  <a:pt x="266" y="567"/>
                  <a:pt x="262" y="561"/>
                </a:cubicBezTo>
                <a:cubicBezTo>
                  <a:pt x="263" y="558"/>
                  <a:pt x="263" y="556"/>
                  <a:pt x="263" y="554"/>
                </a:cubicBezTo>
                <a:cubicBezTo>
                  <a:pt x="263" y="542"/>
                  <a:pt x="253" y="532"/>
                  <a:pt x="241" y="532"/>
                </a:cubicBezTo>
                <a:cubicBezTo>
                  <a:pt x="241" y="532"/>
                  <a:pt x="240" y="532"/>
                  <a:pt x="239" y="532"/>
                </a:cubicBezTo>
                <a:cubicBezTo>
                  <a:pt x="238" y="531"/>
                  <a:pt x="236" y="531"/>
                  <a:pt x="234" y="530"/>
                </a:cubicBezTo>
                <a:cubicBezTo>
                  <a:pt x="228" y="522"/>
                  <a:pt x="219" y="515"/>
                  <a:pt x="209" y="513"/>
                </a:cubicBezTo>
                <a:cubicBezTo>
                  <a:pt x="210" y="511"/>
                  <a:pt x="210" y="509"/>
                  <a:pt x="210" y="506"/>
                </a:cubicBezTo>
                <a:cubicBezTo>
                  <a:pt x="210" y="492"/>
                  <a:pt x="198" y="480"/>
                  <a:pt x="184" y="480"/>
                </a:cubicBezTo>
                <a:cubicBezTo>
                  <a:pt x="183" y="480"/>
                  <a:pt x="182" y="480"/>
                  <a:pt x="182" y="480"/>
                </a:cubicBezTo>
                <a:cubicBezTo>
                  <a:pt x="175" y="466"/>
                  <a:pt x="160" y="455"/>
                  <a:pt x="143" y="455"/>
                </a:cubicBezTo>
                <a:cubicBezTo>
                  <a:pt x="121" y="455"/>
                  <a:pt x="103" y="473"/>
                  <a:pt x="102" y="495"/>
                </a:cubicBezTo>
                <a:cubicBezTo>
                  <a:pt x="101" y="495"/>
                  <a:pt x="101" y="495"/>
                  <a:pt x="100" y="495"/>
                </a:cubicBezTo>
                <a:cubicBezTo>
                  <a:pt x="89" y="495"/>
                  <a:pt x="81" y="503"/>
                  <a:pt x="79" y="514"/>
                </a:cubicBezTo>
                <a:cubicBezTo>
                  <a:pt x="79" y="514"/>
                  <a:pt x="78" y="514"/>
                  <a:pt x="78" y="514"/>
                </a:cubicBezTo>
                <a:cubicBezTo>
                  <a:pt x="76" y="514"/>
                  <a:pt x="75" y="514"/>
                  <a:pt x="73" y="514"/>
                </a:cubicBezTo>
                <a:cubicBezTo>
                  <a:pt x="72" y="514"/>
                  <a:pt x="70" y="514"/>
                  <a:pt x="68" y="514"/>
                </a:cubicBezTo>
                <a:cubicBezTo>
                  <a:pt x="54" y="514"/>
                  <a:pt x="41" y="524"/>
                  <a:pt x="38" y="538"/>
                </a:cubicBezTo>
                <a:cubicBezTo>
                  <a:pt x="17" y="540"/>
                  <a:pt x="0" y="558"/>
                  <a:pt x="0" y="580"/>
                </a:cubicBezTo>
                <a:cubicBezTo>
                  <a:pt x="0" y="603"/>
                  <a:pt x="19" y="621"/>
                  <a:pt x="42" y="621"/>
                </a:cubicBezTo>
                <a:cubicBezTo>
                  <a:pt x="48" y="621"/>
                  <a:pt x="54" y="620"/>
                  <a:pt x="59" y="618"/>
                </a:cubicBezTo>
                <a:cubicBezTo>
                  <a:pt x="63" y="632"/>
                  <a:pt x="76" y="642"/>
                  <a:pt x="92" y="642"/>
                </a:cubicBezTo>
                <a:cubicBezTo>
                  <a:pt x="98" y="642"/>
                  <a:pt x="104" y="640"/>
                  <a:pt x="110" y="637"/>
                </a:cubicBezTo>
                <a:cubicBezTo>
                  <a:pt x="119" y="642"/>
                  <a:pt x="130" y="645"/>
                  <a:pt x="142" y="646"/>
                </a:cubicBezTo>
                <a:cubicBezTo>
                  <a:pt x="163" y="671"/>
                  <a:pt x="193" y="697"/>
                  <a:pt x="215" y="713"/>
                </a:cubicBezTo>
                <a:cubicBezTo>
                  <a:pt x="220" y="722"/>
                  <a:pt x="219" y="719"/>
                  <a:pt x="216" y="714"/>
                </a:cubicBezTo>
                <a:cubicBezTo>
                  <a:pt x="224" y="720"/>
                  <a:pt x="231" y="724"/>
                  <a:pt x="237" y="727"/>
                </a:cubicBezTo>
                <a:cubicBezTo>
                  <a:pt x="253" y="735"/>
                  <a:pt x="267" y="748"/>
                  <a:pt x="276" y="757"/>
                </a:cubicBezTo>
                <a:cubicBezTo>
                  <a:pt x="269" y="821"/>
                  <a:pt x="268" y="871"/>
                  <a:pt x="269" y="902"/>
                </a:cubicBezTo>
                <a:cubicBezTo>
                  <a:pt x="269" y="902"/>
                  <a:pt x="268" y="902"/>
                  <a:pt x="268" y="902"/>
                </a:cubicBezTo>
                <a:cubicBezTo>
                  <a:pt x="268" y="902"/>
                  <a:pt x="273" y="927"/>
                  <a:pt x="236" y="934"/>
                </a:cubicBezTo>
                <a:cubicBezTo>
                  <a:pt x="234" y="934"/>
                  <a:pt x="231" y="935"/>
                  <a:pt x="228" y="935"/>
                </a:cubicBezTo>
                <a:cubicBezTo>
                  <a:pt x="228" y="935"/>
                  <a:pt x="227" y="935"/>
                  <a:pt x="227" y="935"/>
                </a:cubicBezTo>
                <a:cubicBezTo>
                  <a:pt x="212" y="936"/>
                  <a:pt x="201" y="938"/>
                  <a:pt x="194" y="940"/>
                </a:cubicBezTo>
                <a:cubicBezTo>
                  <a:pt x="191" y="939"/>
                  <a:pt x="188" y="939"/>
                  <a:pt x="185" y="939"/>
                </a:cubicBezTo>
                <a:cubicBezTo>
                  <a:pt x="184" y="938"/>
                  <a:pt x="183" y="938"/>
                  <a:pt x="181" y="938"/>
                </a:cubicBezTo>
                <a:cubicBezTo>
                  <a:pt x="177" y="938"/>
                  <a:pt x="177" y="935"/>
                  <a:pt x="177" y="935"/>
                </a:cubicBezTo>
                <a:cubicBezTo>
                  <a:pt x="177" y="935"/>
                  <a:pt x="177" y="935"/>
                  <a:pt x="177" y="935"/>
                </a:cubicBezTo>
                <a:cubicBezTo>
                  <a:pt x="177" y="931"/>
                  <a:pt x="177" y="928"/>
                  <a:pt x="177" y="922"/>
                </a:cubicBezTo>
                <a:cubicBezTo>
                  <a:pt x="178" y="922"/>
                  <a:pt x="179" y="921"/>
                  <a:pt x="180" y="920"/>
                </a:cubicBezTo>
                <a:cubicBezTo>
                  <a:pt x="181" y="920"/>
                  <a:pt x="181" y="919"/>
                  <a:pt x="182" y="919"/>
                </a:cubicBezTo>
                <a:cubicBezTo>
                  <a:pt x="182" y="919"/>
                  <a:pt x="182" y="919"/>
                  <a:pt x="182" y="919"/>
                </a:cubicBezTo>
                <a:cubicBezTo>
                  <a:pt x="184" y="917"/>
                  <a:pt x="187" y="915"/>
                  <a:pt x="188" y="913"/>
                </a:cubicBezTo>
                <a:cubicBezTo>
                  <a:pt x="189" y="913"/>
                  <a:pt x="190" y="912"/>
                  <a:pt x="191" y="912"/>
                </a:cubicBezTo>
                <a:cubicBezTo>
                  <a:pt x="192" y="912"/>
                  <a:pt x="192" y="913"/>
                  <a:pt x="193" y="913"/>
                </a:cubicBezTo>
                <a:cubicBezTo>
                  <a:pt x="194" y="913"/>
                  <a:pt x="195" y="912"/>
                  <a:pt x="196" y="910"/>
                </a:cubicBezTo>
                <a:cubicBezTo>
                  <a:pt x="196" y="911"/>
                  <a:pt x="197" y="911"/>
                  <a:pt x="197" y="911"/>
                </a:cubicBezTo>
                <a:cubicBezTo>
                  <a:pt x="199" y="911"/>
                  <a:pt x="201" y="909"/>
                  <a:pt x="201" y="907"/>
                </a:cubicBezTo>
                <a:cubicBezTo>
                  <a:pt x="201" y="905"/>
                  <a:pt x="199" y="904"/>
                  <a:pt x="197" y="903"/>
                </a:cubicBezTo>
                <a:cubicBezTo>
                  <a:pt x="197" y="902"/>
                  <a:pt x="196" y="901"/>
                  <a:pt x="195" y="901"/>
                </a:cubicBezTo>
                <a:cubicBezTo>
                  <a:pt x="195" y="901"/>
                  <a:pt x="195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0"/>
                  <a:pt x="193" y="899"/>
                  <a:pt x="192" y="899"/>
                </a:cubicBezTo>
                <a:cubicBezTo>
                  <a:pt x="192" y="899"/>
                  <a:pt x="192" y="899"/>
                  <a:pt x="192" y="899"/>
                </a:cubicBezTo>
                <a:cubicBezTo>
                  <a:pt x="192" y="899"/>
                  <a:pt x="190" y="896"/>
                  <a:pt x="188" y="896"/>
                </a:cubicBezTo>
                <a:cubicBezTo>
                  <a:pt x="187" y="896"/>
                  <a:pt x="186" y="897"/>
                  <a:pt x="185" y="898"/>
                </a:cubicBezTo>
                <a:cubicBezTo>
                  <a:pt x="185" y="898"/>
                  <a:pt x="185" y="898"/>
                  <a:pt x="185" y="898"/>
                </a:cubicBezTo>
                <a:cubicBezTo>
                  <a:pt x="184" y="898"/>
                  <a:pt x="182" y="899"/>
                  <a:pt x="182" y="901"/>
                </a:cubicBezTo>
                <a:cubicBezTo>
                  <a:pt x="182" y="901"/>
                  <a:pt x="182" y="901"/>
                  <a:pt x="183" y="901"/>
                </a:cubicBezTo>
                <a:cubicBezTo>
                  <a:pt x="182" y="901"/>
                  <a:pt x="181" y="902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79" y="903"/>
                  <a:pt x="178" y="904"/>
                  <a:pt x="178" y="905"/>
                </a:cubicBezTo>
                <a:cubicBezTo>
                  <a:pt x="178" y="905"/>
                  <a:pt x="178" y="905"/>
                  <a:pt x="178" y="905"/>
                </a:cubicBezTo>
                <a:cubicBezTo>
                  <a:pt x="178" y="906"/>
                  <a:pt x="177" y="907"/>
                  <a:pt x="177" y="907"/>
                </a:cubicBezTo>
                <a:cubicBezTo>
                  <a:pt x="177" y="909"/>
                  <a:pt x="179" y="911"/>
                  <a:pt x="181" y="911"/>
                </a:cubicBezTo>
                <a:cubicBezTo>
                  <a:pt x="182" y="911"/>
                  <a:pt x="182" y="911"/>
                  <a:pt x="183" y="911"/>
                </a:cubicBezTo>
                <a:cubicBezTo>
                  <a:pt x="183" y="911"/>
                  <a:pt x="184" y="911"/>
                  <a:pt x="185" y="912"/>
                </a:cubicBezTo>
                <a:cubicBezTo>
                  <a:pt x="184" y="913"/>
                  <a:pt x="184" y="915"/>
                  <a:pt x="183" y="916"/>
                </a:cubicBezTo>
                <a:cubicBezTo>
                  <a:pt x="181" y="918"/>
                  <a:pt x="179" y="919"/>
                  <a:pt x="176" y="920"/>
                </a:cubicBezTo>
                <a:cubicBezTo>
                  <a:pt x="176" y="917"/>
                  <a:pt x="176" y="915"/>
                  <a:pt x="175" y="912"/>
                </a:cubicBezTo>
                <a:cubicBezTo>
                  <a:pt x="173" y="903"/>
                  <a:pt x="173" y="899"/>
                  <a:pt x="173" y="898"/>
                </a:cubicBezTo>
                <a:cubicBezTo>
                  <a:pt x="174" y="897"/>
                  <a:pt x="175" y="897"/>
                  <a:pt x="176" y="896"/>
                </a:cubicBezTo>
                <a:cubicBezTo>
                  <a:pt x="178" y="897"/>
                  <a:pt x="179" y="897"/>
                  <a:pt x="180" y="897"/>
                </a:cubicBezTo>
                <a:cubicBezTo>
                  <a:pt x="184" y="897"/>
                  <a:pt x="187" y="895"/>
                  <a:pt x="188" y="892"/>
                </a:cubicBezTo>
                <a:cubicBezTo>
                  <a:pt x="189" y="893"/>
                  <a:pt x="190" y="893"/>
                  <a:pt x="191" y="893"/>
                </a:cubicBezTo>
                <a:cubicBezTo>
                  <a:pt x="196" y="893"/>
                  <a:pt x="200" y="889"/>
                  <a:pt x="200" y="884"/>
                </a:cubicBezTo>
                <a:cubicBezTo>
                  <a:pt x="200" y="879"/>
                  <a:pt x="197" y="875"/>
                  <a:pt x="192" y="875"/>
                </a:cubicBezTo>
                <a:cubicBezTo>
                  <a:pt x="191" y="872"/>
                  <a:pt x="189" y="870"/>
                  <a:pt x="185" y="870"/>
                </a:cubicBezTo>
                <a:cubicBezTo>
                  <a:pt x="185" y="870"/>
                  <a:pt x="185" y="870"/>
                  <a:pt x="184" y="870"/>
                </a:cubicBezTo>
                <a:cubicBezTo>
                  <a:pt x="184" y="870"/>
                  <a:pt x="184" y="870"/>
                  <a:pt x="183" y="870"/>
                </a:cubicBezTo>
                <a:cubicBezTo>
                  <a:pt x="183" y="870"/>
                  <a:pt x="183" y="870"/>
                  <a:pt x="183" y="870"/>
                </a:cubicBezTo>
                <a:cubicBezTo>
                  <a:pt x="183" y="868"/>
                  <a:pt x="181" y="867"/>
                  <a:pt x="178" y="867"/>
                </a:cubicBezTo>
                <a:cubicBezTo>
                  <a:pt x="178" y="867"/>
                  <a:pt x="178" y="867"/>
                  <a:pt x="178" y="867"/>
                </a:cubicBezTo>
                <a:cubicBezTo>
                  <a:pt x="178" y="859"/>
                  <a:pt x="174" y="858"/>
                  <a:pt x="169" y="858"/>
                </a:cubicBezTo>
                <a:cubicBezTo>
                  <a:pt x="165" y="858"/>
                  <a:pt x="162" y="859"/>
                  <a:pt x="161" y="863"/>
                </a:cubicBezTo>
                <a:cubicBezTo>
                  <a:pt x="161" y="863"/>
                  <a:pt x="160" y="862"/>
                  <a:pt x="160" y="862"/>
                </a:cubicBezTo>
                <a:cubicBezTo>
                  <a:pt x="157" y="862"/>
                  <a:pt x="155" y="865"/>
                  <a:pt x="155" y="868"/>
                </a:cubicBezTo>
                <a:cubicBezTo>
                  <a:pt x="155" y="868"/>
                  <a:pt x="155" y="869"/>
                  <a:pt x="155" y="869"/>
                </a:cubicBezTo>
                <a:cubicBezTo>
                  <a:pt x="153" y="870"/>
                  <a:pt x="151" y="871"/>
                  <a:pt x="149" y="873"/>
                </a:cubicBezTo>
                <a:cubicBezTo>
                  <a:pt x="149" y="873"/>
                  <a:pt x="149" y="873"/>
                  <a:pt x="148" y="874"/>
                </a:cubicBezTo>
                <a:cubicBezTo>
                  <a:pt x="148" y="874"/>
                  <a:pt x="148" y="874"/>
                  <a:pt x="148" y="874"/>
                </a:cubicBezTo>
                <a:cubicBezTo>
                  <a:pt x="145" y="874"/>
                  <a:pt x="143" y="876"/>
                  <a:pt x="143" y="878"/>
                </a:cubicBezTo>
                <a:cubicBezTo>
                  <a:pt x="143" y="879"/>
                  <a:pt x="143" y="879"/>
                  <a:pt x="143" y="880"/>
                </a:cubicBezTo>
                <a:cubicBezTo>
                  <a:pt x="142" y="881"/>
                  <a:pt x="142" y="883"/>
                  <a:pt x="142" y="885"/>
                </a:cubicBezTo>
                <a:cubicBezTo>
                  <a:pt x="142" y="890"/>
                  <a:pt x="146" y="894"/>
                  <a:pt x="151" y="894"/>
                </a:cubicBezTo>
                <a:cubicBezTo>
                  <a:pt x="153" y="894"/>
                  <a:pt x="154" y="893"/>
                  <a:pt x="156" y="893"/>
                </a:cubicBezTo>
                <a:cubicBezTo>
                  <a:pt x="158" y="895"/>
                  <a:pt x="160" y="896"/>
                  <a:pt x="162" y="897"/>
                </a:cubicBezTo>
                <a:cubicBezTo>
                  <a:pt x="164" y="901"/>
                  <a:pt x="167" y="905"/>
                  <a:pt x="169" y="910"/>
                </a:cubicBezTo>
                <a:cubicBezTo>
                  <a:pt x="166" y="909"/>
                  <a:pt x="163" y="908"/>
                  <a:pt x="162" y="907"/>
                </a:cubicBezTo>
                <a:cubicBezTo>
                  <a:pt x="162" y="907"/>
                  <a:pt x="162" y="907"/>
                  <a:pt x="162" y="907"/>
                </a:cubicBezTo>
                <a:cubicBezTo>
                  <a:pt x="162" y="907"/>
                  <a:pt x="163" y="907"/>
                  <a:pt x="163" y="907"/>
                </a:cubicBezTo>
                <a:cubicBezTo>
                  <a:pt x="164" y="907"/>
                  <a:pt x="165" y="906"/>
                  <a:pt x="165" y="905"/>
                </a:cubicBezTo>
                <a:cubicBezTo>
                  <a:pt x="165" y="904"/>
                  <a:pt x="164" y="903"/>
                  <a:pt x="163" y="903"/>
                </a:cubicBezTo>
                <a:cubicBezTo>
                  <a:pt x="163" y="902"/>
                  <a:pt x="162" y="901"/>
                  <a:pt x="162" y="901"/>
                </a:cubicBezTo>
                <a:cubicBezTo>
                  <a:pt x="162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0"/>
                  <a:pt x="160" y="899"/>
                  <a:pt x="160" y="899"/>
                </a:cubicBezTo>
                <a:cubicBezTo>
                  <a:pt x="160" y="899"/>
                  <a:pt x="160" y="899"/>
                  <a:pt x="160" y="899"/>
                </a:cubicBezTo>
                <a:cubicBezTo>
                  <a:pt x="160" y="899"/>
                  <a:pt x="159" y="898"/>
                  <a:pt x="158" y="898"/>
                </a:cubicBezTo>
                <a:cubicBezTo>
                  <a:pt x="157" y="898"/>
                  <a:pt x="156" y="898"/>
                  <a:pt x="156" y="899"/>
                </a:cubicBezTo>
                <a:cubicBezTo>
                  <a:pt x="156" y="899"/>
                  <a:pt x="156" y="899"/>
                  <a:pt x="156" y="899"/>
                </a:cubicBezTo>
                <a:cubicBezTo>
                  <a:pt x="155" y="899"/>
                  <a:pt x="154" y="900"/>
                  <a:pt x="154" y="901"/>
                </a:cubicBezTo>
                <a:cubicBezTo>
                  <a:pt x="154" y="901"/>
                  <a:pt x="154" y="901"/>
                  <a:pt x="154" y="901"/>
                </a:cubicBezTo>
                <a:cubicBezTo>
                  <a:pt x="154" y="901"/>
                  <a:pt x="153" y="902"/>
                  <a:pt x="153" y="902"/>
                </a:cubicBezTo>
                <a:cubicBezTo>
                  <a:pt x="153" y="902"/>
                  <a:pt x="153" y="902"/>
                  <a:pt x="153" y="902"/>
                </a:cubicBezTo>
                <a:cubicBezTo>
                  <a:pt x="153" y="902"/>
                  <a:pt x="153" y="902"/>
                  <a:pt x="152" y="902"/>
                </a:cubicBezTo>
                <a:cubicBezTo>
                  <a:pt x="152" y="902"/>
                  <a:pt x="151" y="903"/>
                  <a:pt x="151" y="903"/>
                </a:cubicBezTo>
                <a:cubicBezTo>
                  <a:pt x="151" y="904"/>
                  <a:pt x="151" y="904"/>
                  <a:pt x="151" y="904"/>
                </a:cubicBezTo>
                <a:cubicBezTo>
                  <a:pt x="151" y="904"/>
                  <a:pt x="151" y="905"/>
                  <a:pt x="151" y="905"/>
                </a:cubicBezTo>
                <a:cubicBezTo>
                  <a:pt x="151" y="906"/>
                  <a:pt x="152" y="907"/>
                  <a:pt x="153" y="907"/>
                </a:cubicBezTo>
                <a:cubicBezTo>
                  <a:pt x="154" y="907"/>
                  <a:pt x="154" y="907"/>
                  <a:pt x="154" y="907"/>
                </a:cubicBezTo>
                <a:cubicBezTo>
                  <a:pt x="155" y="908"/>
                  <a:pt x="156" y="908"/>
                  <a:pt x="158" y="908"/>
                </a:cubicBezTo>
                <a:cubicBezTo>
                  <a:pt x="158" y="908"/>
                  <a:pt x="159" y="908"/>
                  <a:pt x="159" y="908"/>
                </a:cubicBezTo>
                <a:cubicBezTo>
                  <a:pt x="160" y="908"/>
                  <a:pt x="160" y="908"/>
                  <a:pt x="160" y="908"/>
                </a:cubicBezTo>
                <a:cubicBezTo>
                  <a:pt x="161" y="908"/>
                  <a:pt x="161" y="908"/>
                  <a:pt x="161" y="908"/>
                </a:cubicBezTo>
                <a:cubicBezTo>
                  <a:pt x="164" y="909"/>
                  <a:pt x="167" y="911"/>
                  <a:pt x="169" y="911"/>
                </a:cubicBezTo>
                <a:cubicBezTo>
                  <a:pt x="169" y="911"/>
                  <a:pt x="169" y="911"/>
                  <a:pt x="169" y="911"/>
                </a:cubicBezTo>
                <a:cubicBezTo>
                  <a:pt x="170" y="914"/>
                  <a:pt x="171" y="917"/>
                  <a:pt x="171" y="919"/>
                </a:cubicBezTo>
                <a:cubicBezTo>
                  <a:pt x="172" y="927"/>
                  <a:pt x="169" y="934"/>
                  <a:pt x="168" y="937"/>
                </a:cubicBezTo>
                <a:cubicBezTo>
                  <a:pt x="167" y="937"/>
                  <a:pt x="166" y="937"/>
                  <a:pt x="166" y="937"/>
                </a:cubicBezTo>
                <a:cubicBezTo>
                  <a:pt x="159" y="937"/>
                  <a:pt x="144" y="936"/>
                  <a:pt x="135" y="937"/>
                </a:cubicBezTo>
                <a:cubicBezTo>
                  <a:pt x="133" y="937"/>
                  <a:pt x="131" y="936"/>
                  <a:pt x="130" y="935"/>
                </a:cubicBezTo>
                <a:cubicBezTo>
                  <a:pt x="126" y="927"/>
                  <a:pt x="118" y="906"/>
                  <a:pt x="119" y="885"/>
                </a:cubicBezTo>
                <a:cubicBezTo>
                  <a:pt x="120" y="877"/>
                  <a:pt x="122" y="870"/>
                  <a:pt x="125" y="862"/>
                </a:cubicBezTo>
                <a:cubicBezTo>
                  <a:pt x="126" y="862"/>
                  <a:pt x="126" y="862"/>
                  <a:pt x="127" y="862"/>
                </a:cubicBezTo>
                <a:cubicBezTo>
                  <a:pt x="131" y="861"/>
                  <a:pt x="140" y="857"/>
                  <a:pt x="148" y="853"/>
                </a:cubicBezTo>
                <a:cubicBezTo>
                  <a:pt x="148" y="853"/>
                  <a:pt x="149" y="854"/>
                  <a:pt x="150" y="854"/>
                </a:cubicBezTo>
                <a:cubicBezTo>
                  <a:pt x="151" y="854"/>
                  <a:pt x="152" y="853"/>
                  <a:pt x="153" y="853"/>
                </a:cubicBezTo>
                <a:cubicBezTo>
                  <a:pt x="154" y="854"/>
                  <a:pt x="156" y="854"/>
                  <a:pt x="158" y="854"/>
                </a:cubicBezTo>
                <a:cubicBezTo>
                  <a:pt x="161" y="854"/>
                  <a:pt x="165" y="853"/>
                  <a:pt x="167" y="850"/>
                </a:cubicBezTo>
                <a:cubicBezTo>
                  <a:pt x="168" y="851"/>
                  <a:pt x="169" y="851"/>
                  <a:pt x="170" y="851"/>
                </a:cubicBezTo>
                <a:cubicBezTo>
                  <a:pt x="173" y="851"/>
                  <a:pt x="176" y="848"/>
                  <a:pt x="176" y="845"/>
                </a:cubicBezTo>
                <a:cubicBezTo>
                  <a:pt x="176" y="844"/>
                  <a:pt x="176" y="842"/>
                  <a:pt x="175" y="841"/>
                </a:cubicBezTo>
                <a:cubicBezTo>
                  <a:pt x="175" y="841"/>
                  <a:pt x="175" y="841"/>
                  <a:pt x="175" y="840"/>
                </a:cubicBezTo>
                <a:cubicBezTo>
                  <a:pt x="175" y="839"/>
                  <a:pt x="174" y="837"/>
                  <a:pt x="172" y="837"/>
                </a:cubicBezTo>
                <a:cubicBezTo>
                  <a:pt x="172" y="837"/>
                  <a:pt x="172" y="837"/>
                  <a:pt x="172" y="837"/>
                </a:cubicBezTo>
                <a:cubicBezTo>
                  <a:pt x="172" y="837"/>
                  <a:pt x="171" y="837"/>
                  <a:pt x="171" y="837"/>
                </a:cubicBezTo>
                <a:cubicBezTo>
                  <a:pt x="170" y="836"/>
                  <a:pt x="169" y="835"/>
                  <a:pt x="167" y="834"/>
                </a:cubicBezTo>
                <a:cubicBezTo>
                  <a:pt x="167" y="834"/>
                  <a:pt x="167" y="834"/>
                  <a:pt x="167" y="833"/>
                </a:cubicBezTo>
                <a:cubicBezTo>
                  <a:pt x="167" y="831"/>
                  <a:pt x="166" y="830"/>
                  <a:pt x="164" y="830"/>
                </a:cubicBezTo>
                <a:cubicBezTo>
                  <a:pt x="163" y="830"/>
                  <a:pt x="163" y="830"/>
                  <a:pt x="163" y="830"/>
                </a:cubicBezTo>
                <a:cubicBezTo>
                  <a:pt x="162" y="827"/>
                  <a:pt x="160" y="826"/>
                  <a:pt x="158" y="826"/>
                </a:cubicBezTo>
                <a:cubicBezTo>
                  <a:pt x="154" y="826"/>
                  <a:pt x="152" y="829"/>
                  <a:pt x="151" y="832"/>
                </a:cubicBezTo>
                <a:cubicBezTo>
                  <a:pt x="151" y="832"/>
                  <a:pt x="151" y="832"/>
                  <a:pt x="151" y="832"/>
                </a:cubicBezTo>
                <a:cubicBezTo>
                  <a:pt x="150" y="832"/>
                  <a:pt x="148" y="833"/>
                  <a:pt x="148" y="835"/>
                </a:cubicBezTo>
                <a:cubicBezTo>
                  <a:pt x="148" y="835"/>
                  <a:pt x="148" y="835"/>
                  <a:pt x="148" y="835"/>
                </a:cubicBezTo>
                <a:cubicBezTo>
                  <a:pt x="148" y="835"/>
                  <a:pt x="147" y="835"/>
                  <a:pt x="147" y="835"/>
                </a:cubicBezTo>
                <a:cubicBezTo>
                  <a:pt x="147" y="835"/>
                  <a:pt x="147" y="835"/>
                  <a:pt x="146" y="835"/>
                </a:cubicBezTo>
                <a:cubicBezTo>
                  <a:pt x="144" y="835"/>
                  <a:pt x="143" y="836"/>
                  <a:pt x="142" y="838"/>
                </a:cubicBezTo>
                <a:cubicBezTo>
                  <a:pt x="139" y="838"/>
                  <a:pt x="136" y="841"/>
                  <a:pt x="136" y="844"/>
                </a:cubicBezTo>
                <a:cubicBezTo>
                  <a:pt x="136" y="848"/>
                  <a:pt x="139" y="850"/>
                  <a:pt x="143" y="850"/>
                </a:cubicBezTo>
                <a:cubicBezTo>
                  <a:pt x="143" y="850"/>
                  <a:pt x="144" y="850"/>
                  <a:pt x="145" y="850"/>
                </a:cubicBezTo>
                <a:cubicBezTo>
                  <a:pt x="145" y="851"/>
                  <a:pt x="146" y="851"/>
                  <a:pt x="146" y="852"/>
                </a:cubicBezTo>
                <a:cubicBezTo>
                  <a:pt x="142" y="854"/>
                  <a:pt x="135" y="857"/>
                  <a:pt x="126" y="859"/>
                </a:cubicBezTo>
                <a:cubicBezTo>
                  <a:pt x="132" y="846"/>
                  <a:pt x="140" y="833"/>
                  <a:pt x="144" y="823"/>
                </a:cubicBezTo>
                <a:cubicBezTo>
                  <a:pt x="151" y="820"/>
                  <a:pt x="158" y="816"/>
                  <a:pt x="163" y="810"/>
                </a:cubicBezTo>
                <a:cubicBezTo>
                  <a:pt x="167" y="812"/>
                  <a:pt x="172" y="814"/>
                  <a:pt x="177" y="814"/>
                </a:cubicBezTo>
                <a:cubicBezTo>
                  <a:pt x="191" y="814"/>
                  <a:pt x="202" y="802"/>
                  <a:pt x="202" y="788"/>
                </a:cubicBezTo>
                <a:cubicBezTo>
                  <a:pt x="202" y="783"/>
                  <a:pt x="201" y="778"/>
                  <a:pt x="198" y="774"/>
                </a:cubicBezTo>
                <a:cubicBezTo>
                  <a:pt x="198" y="773"/>
                  <a:pt x="199" y="771"/>
                  <a:pt x="199" y="770"/>
                </a:cubicBezTo>
                <a:cubicBezTo>
                  <a:pt x="199" y="762"/>
                  <a:pt x="193" y="757"/>
                  <a:pt x="185" y="757"/>
                </a:cubicBezTo>
                <a:cubicBezTo>
                  <a:pt x="185" y="757"/>
                  <a:pt x="185" y="757"/>
                  <a:pt x="184" y="757"/>
                </a:cubicBezTo>
                <a:cubicBezTo>
                  <a:pt x="183" y="756"/>
                  <a:pt x="182" y="756"/>
                  <a:pt x="181" y="755"/>
                </a:cubicBezTo>
                <a:cubicBezTo>
                  <a:pt x="177" y="750"/>
                  <a:pt x="172" y="746"/>
                  <a:pt x="166" y="745"/>
                </a:cubicBezTo>
                <a:cubicBezTo>
                  <a:pt x="166" y="743"/>
                  <a:pt x="166" y="742"/>
                  <a:pt x="166" y="741"/>
                </a:cubicBezTo>
                <a:cubicBezTo>
                  <a:pt x="166" y="732"/>
                  <a:pt x="159" y="725"/>
                  <a:pt x="150" y="725"/>
                </a:cubicBezTo>
                <a:cubicBezTo>
                  <a:pt x="150" y="725"/>
                  <a:pt x="149" y="725"/>
                  <a:pt x="149" y="725"/>
                </a:cubicBezTo>
                <a:cubicBezTo>
                  <a:pt x="145" y="716"/>
                  <a:pt x="136" y="710"/>
                  <a:pt x="126" y="710"/>
                </a:cubicBezTo>
                <a:cubicBezTo>
                  <a:pt x="112" y="710"/>
                  <a:pt x="101" y="720"/>
                  <a:pt x="100" y="734"/>
                </a:cubicBezTo>
                <a:cubicBezTo>
                  <a:pt x="100" y="734"/>
                  <a:pt x="100" y="734"/>
                  <a:pt x="99" y="734"/>
                </a:cubicBezTo>
                <a:cubicBezTo>
                  <a:pt x="93" y="734"/>
                  <a:pt x="87" y="739"/>
                  <a:pt x="86" y="745"/>
                </a:cubicBezTo>
                <a:cubicBezTo>
                  <a:pt x="86" y="745"/>
                  <a:pt x="86" y="745"/>
                  <a:pt x="86" y="745"/>
                </a:cubicBezTo>
                <a:cubicBezTo>
                  <a:pt x="85" y="745"/>
                  <a:pt x="83" y="745"/>
                  <a:pt x="82" y="746"/>
                </a:cubicBezTo>
                <a:cubicBezTo>
                  <a:pt x="82" y="746"/>
                  <a:pt x="81" y="745"/>
                  <a:pt x="80" y="745"/>
                </a:cubicBezTo>
                <a:cubicBezTo>
                  <a:pt x="71" y="745"/>
                  <a:pt x="63" y="752"/>
                  <a:pt x="61" y="760"/>
                </a:cubicBezTo>
                <a:cubicBezTo>
                  <a:pt x="48" y="761"/>
                  <a:pt x="38" y="772"/>
                  <a:pt x="38" y="786"/>
                </a:cubicBezTo>
                <a:cubicBezTo>
                  <a:pt x="38" y="800"/>
                  <a:pt x="49" y="811"/>
                  <a:pt x="64" y="811"/>
                </a:cubicBezTo>
                <a:cubicBezTo>
                  <a:pt x="67" y="811"/>
                  <a:pt x="71" y="810"/>
                  <a:pt x="74" y="809"/>
                </a:cubicBezTo>
                <a:cubicBezTo>
                  <a:pt x="77" y="818"/>
                  <a:pt x="85" y="824"/>
                  <a:pt x="94" y="824"/>
                </a:cubicBezTo>
                <a:cubicBezTo>
                  <a:pt x="98" y="824"/>
                  <a:pt x="102" y="823"/>
                  <a:pt x="105" y="821"/>
                </a:cubicBezTo>
                <a:cubicBezTo>
                  <a:pt x="108" y="822"/>
                  <a:pt x="111" y="823"/>
                  <a:pt x="115" y="824"/>
                </a:cubicBezTo>
                <a:cubicBezTo>
                  <a:pt x="115" y="829"/>
                  <a:pt x="115" y="840"/>
                  <a:pt x="109" y="865"/>
                </a:cubicBezTo>
                <a:cubicBezTo>
                  <a:pt x="107" y="872"/>
                  <a:pt x="106" y="880"/>
                  <a:pt x="105" y="887"/>
                </a:cubicBezTo>
                <a:cubicBezTo>
                  <a:pt x="97" y="884"/>
                  <a:pt x="91" y="880"/>
                  <a:pt x="86" y="877"/>
                </a:cubicBezTo>
                <a:cubicBezTo>
                  <a:pt x="84" y="873"/>
                  <a:pt x="83" y="868"/>
                  <a:pt x="82" y="864"/>
                </a:cubicBezTo>
                <a:cubicBezTo>
                  <a:pt x="84" y="863"/>
                  <a:pt x="85" y="862"/>
                  <a:pt x="87" y="860"/>
                </a:cubicBezTo>
                <a:cubicBezTo>
                  <a:pt x="88" y="861"/>
                  <a:pt x="90" y="862"/>
                  <a:pt x="92" y="862"/>
                </a:cubicBezTo>
                <a:cubicBezTo>
                  <a:pt x="98" y="862"/>
                  <a:pt x="102" y="857"/>
                  <a:pt x="102" y="852"/>
                </a:cubicBezTo>
                <a:cubicBezTo>
                  <a:pt x="102" y="850"/>
                  <a:pt x="102" y="848"/>
                  <a:pt x="101" y="846"/>
                </a:cubicBezTo>
                <a:cubicBezTo>
                  <a:pt x="101" y="845"/>
                  <a:pt x="101" y="845"/>
                  <a:pt x="101" y="844"/>
                </a:cubicBezTo>
                <a:cubicBezTo>
                  <a:pt x="101" y="841"/>
                  <a:pt x="98" y="839"/>
                  <a:pt x="96" y="839"/>
                </a:cubicBezTo>
                <a:cubicBezTo>
                  <a:pt x="95" y="839"/>
                  <a:pt x="95" y="839"/>
                  <a:pt x="95" y="839"/>
                </a:cubicBezTo>
                <a:cubicBezTo>
                  <a:pt x="95" y="839"/>
                  <a:pt x="94" y="839"/>
                  <a:pt x="94" y="839"/>
                </a:cubicBezTo>
                <a:cubicBezTo>
                  <a:pt x="92" y="837"/>
                  <a:pt x="90" y="835"/>
                  <a:pt x="88" y="834"/>
                </a:cubicBezTo>
                <a:cubicBezTo>
                  <a:pt x="88" y="834"/>
                  <a:pt x="88" y="833"/>
                  <a:pt x="88" y="833"/>
                </a:cubicBezTo>
                <a:cubicBezTo>
                  <a:pt x="88" y="829"/>
                  <a:pt x="85" y="826"/>
                  <a:pt x="82" y="826"/>
                </a:cubicBezTo>
                <a:cubicBezTo>
                  <a:pt x="81" y="826"/>
                  <a:pt x="81" y="826"/>
                  <a:pt x="81" y="826"/>
                </a:cubicBezTo>
                <a:cubicBezTo>
                  <a:pt x="79" y="823"/>
                  <a:pt x="76" y="820"/>
                  <a:pt x="72" y="820"/>
                </a:cubicBezTo>
                <a:cubicBezTo>
                  <a:pt x="66" y="820"/>
                  <a:pt x="62" y="825"/>
                  <a:pt x="62" y="830"/>
                </a:cubicBezTo>
                <a:cubicBezTo>
                  <a:pt x="62" y="830"/>
                  <a:pt x="61" y="830"/>
                  <a:pt x="61" y="830"/>
                </a:cubicBezTo>
                <a:cubicBezTo>
                  <a:pt x="59" y="830"/>
                  <a:pt x="57" y="832"/>
                  <a:pt x="56" y="835"/>
                </a:cubicBezTo>
                <a:cubicBezTo>
                  <a:pt x="56" y="835"/>
                  <a:pt x="56" y="835"/>
                  <a:pt x="56" y="835"/>
                </a:cubicBezTo>
                <a:cubicBezTo>
                  <a:pt x="56" y="835"/>
                  <a:pt x="55" y="835"/>
                  <a:pt x="55" y="835"/>
                </a:cubicBezTo>
                <a:cubicBezTo>
                  <a:pt x="54" y="835"/>
                  <a:pt x="54" y="835"/>
                  <a:pt x="53" y="835"/>
                </a:cubicBezTo>
                <a:cubicBezTo>
                  <a:pt x="50" y="835"/>
                  <a:pt x="47" y="837"/>
                  <a:pt x="46" y="840"/>
                </a:cubicBezTo>
                <a:cubicBezTo>
                  <a:pt x="41" y="841"/>
                  <a:pt x="37" y="845"/>
                  <a:pt x="37" y="851"/>
                </a:cubicBezTo>
                <a:cubicBezTo>
                  <a:pt x="37" y="856"/>
                  <a:pt x="41" y="861"/>
                  <a:pt x="47" y="861"/>
                </a:cubicBezTo>
                <a:cubicBezTo>
                  <a:pt x="49" y="861"/>
                  <a:pt x="50" y="861"/>
                  <a:pt x="51" y="860"/>
                </a:cubicBezTo>
                <a:cubicBezTo>
                  <a:pt x="52" y="863"/>
                  <a:pt x="55" y="866"/>
                  <a:pt x="59" y="866"/>
                </a:cubicBezTo>
                <a:cubicBezTo>
                  <a:pt x="61" y="866"/>
                  <a:pt x="62" y="865"/>
                  <a:pt x="64" y="865"/>
                </a:cubicBezTo>
                <a:cubicBezTo>
                  <a:pt x="66" y="866"/>
                  <a:pt x="69" y="867"/>
                  <a:pt x="71" y="867"/>
                </a:cubicBezTo>
                <a:cubicBezTo>
                  <a:pt x="76" y="873"/>
                  <a:pt x="84" y="879"/>
                  <a:pt x="89" y="883"/>
                </a:cubicBezTo>
                <a:cubicBezTo>
                  <a:pt x="90" y="885"/>
                  <a:pt x="90" y="885"/>
                  <a:pt x="90" y="883"/>
                </a:cubicBezTo>
                <a:cubicBezTo>
                  <a:pt x="91" y="885"/>
                  <a:pt x="93" y="886"/>
                  <a:pt x="94" y="886"/>
                </a:cubicBezTo>
                <a:cubicBezTo>
                  <a:pt x="99" y="888"/>
                  <a:pt x="102" y="892"/>
                  <a:pt x="104" y="895"/>
                </a:cubicBezTo>
                <a:cubicBezTo>
                  <a:pt x="102" y="910"/>
                  <a:pt x="102" y="923"/>
                  <a:pt x="102" y="931"/>
                </a:cubicBezTo>
                <a:cubicBezTo>
                  <a:pt x="102" y="931"/>
                  <a:pt x="102" y="931"/>
                  <a:pt x="102" y="931"/>
                </a:cubicBezTo>
                <a:cubicBezTo>
                  <a:pt x="102" y="931"/>
                  <a:pt x="103" y="937"/>
                  <a:pt x="92" y="938"/>
                </a:cubicBezTo>
                <a:cubicBezTo>
                  <a:pt x="86" y="939"/>
                  <a:pt x="83" y="939"/>
                  <a:pt x="81" y="939"/>
                </a:cubicBezTo>
                <a:cubicBezTo>
                  <a:pt x="81" y="939"/>
                  <a:pt x="81" y="939"/>
                  <a:pt x="81" y="939"/>
                </a:cubicBezTo>
                <a:cubicBezTo>
                  <a:pt x="75" y="939"/>
                  <a:pt x="52" y="939"/>
                  <a:pt x="46" y="942"/>
                </a:cubicBezTo>
                <a:cubicBezTo>
                  <a:pt x="41" y="945"/>
                  <a:pt x="57" y="946"/>
                  <a:pt x="79" y="947"/>
                </a:cubicBezTo>
                <a:cubicBezTo>
                  <a:pt x="60" y="949"/>
                  <a:pt x="45" y="951"/>
                  <a:pt x="37" y="956"/>
                </a:cubicBezTo>
                <a:cubicBezTo>
                  <a:pt x="9" y="970"/>
                  <a:pt x="143" y="978"/>
                  <a:pt x="272" y="973"/>
                </a:cubicBezTo>
                <a:cubicBezTo>
                  <a:pt x="401" y="969"/>
                  <a:pt x="457" y="973"/>
                  <a:pt x="535" y="970"/>
                </a:cubicBezTo>
                <a:cubicBezTo>
                  <a:pt x="612" y="967"/>
                  <a:pt x="762" y="956"/>
                  <a:pt x="696" y="951"/>
                </a:cubicBezTo>
                <a:close/>
                <a:moveTo>
                  <a:pt x="611" y="833"/>
                </a:moveTo>
                <a:cubicBezTo>
                  <a:pt x="613" y="834"/>
                  <a:pt x="616" y="835"/>
                  <a:pt x="619" y="835"/>
                </a:cubicBezTo>
                <a:cubicBezTo>
                  <a:pt x="616" y="838"/>
                  <a:pt x="613" y="841"/>
                  <a:pt x="610" y="844"/>
                </a:cubicBezTo>
                <a:cubicBezTo>
                  <a:pt x="610" y="842"/>
                  <a:pt x="610" y="838"/>
                  <a:pt x="611" y="833"/>
                </a:cubicBezTo>
                <a:close/>
                <a:moveTo>
                  <a:pt x="153" y="645"/>
                </a:moveTo>
                <a:cubicBezTo>
                  <a:pt x="161" y="645"/>
                  <a:pt x="169" y="643"/>
                  <a:pt x="176" y="640"/>
                </a:cubicBezTo>
                <a:cubicBezTo>
                  <a:pt x="176" y="653"/>
                  <a:pt x="178" y="665"/>
                  <a:pt x="178" y="670"/>
                </a:cubicBezTo>
                <a:cubicBezTo>
                  <a:pt x="168" y="661"/>
                  <a:pt x="160" y="653"/>
                  <a:pt x="153" y="645"/>
                </a:cubicBezTo>
                <a:close/>
                <a:moveTo>
                  <a:pt x="185" y="912"/>
                </a:moveTo>
                <a:cubicBezTo>
                  <a:pt x="186" y="913"/>
                  <a:pt x="187" y="913"/>
                  <a:pt x="187" y="913"/>
                </a:cubicBezTo>
                <a:cubicBezTo>
                  <a:pt x="187" y="913"/>
                  <a:pt x="186" y="914"/>
                  <a:pt x="185" y="915"/>
                </a:cubicBezTo>
                <a:cubicBezTo>
                  <a:pt x="185" y="914"/>
                  <a:pt x="185" y="913"/>
                  <a:pt x="185" y="912"/>
                </a:cubicBezTo>
                <a:close/>
                <a:moveTo>
                  <a:pt x="74" y="867"/>
                </a:moveTo>
                <a:cubicBezTo>
                  <a:pt x="76" y="866"/>
                  <a:pt x="78" y="866"/>
                  <a:pt x="80" y="865"/>
                </a:cubicBezTo>
                <a:cubicBezTo>
                  <a:pt x="80" y="869"/>
                  <a:pt x="80" y="871"/>
                  <a:pt x="80" y="873"/>
                </a:cubicBezTo>
                <a:cubicBezTo>
                  <a:pt x="78" y="870"/>
                  <a:pt x="76" y="868"/>
                  <a:pt x="74" y="867"/>
                </a:cubicBezTo>
                <a:close/>
                <a:moveTo>
                  <a:pt x="547" y="807"/>
                </a:moveTo>
                <a:cubicBezTo>
                  <a:pt x="547" y="807"/>
                  <a:pt x="547" y="807"/>
                  <a:pt x="547" y="807"/>
                </a:cubicBezTo>
                <a:cubicBezTo>
                  <a:pt x="542" y="801"/>
                  <a:pt x="535" y="786"/>
                  <a:pt x="530" y="774"/>
                </a:cubicBezTo>
                <a:cubicBezTo>
                  <a:pt x="534" y="775"/>
                  <a:pt x="537" y="775"/>
                  <a:pt x="541" y="775"/>
                </a:cubicBezTo>
                <a:cubicBezTo>
                  <a:pt x="542" y="775"/>
                  <a:pt x="544" y="775"/>
                  <a:pt x="544" y="775"/>
                </a:cubicBezTo>
                <a:cubicBezTo>
                  <a:pt x="544" y="775"/>
                  <a:pt x="544" y="775"/>
                  <a:pt x="544" y="776"/>
                </a:cubicBezTo>
                <a:cubicBezTo>
                  <a:pt x="544" y="776"/>
                  <a:pt x="545" y="777"/>
                  <a:pt x="545" y="778"/>
                </a:cubicBezTo>
                <a:cubicBezTo>
                  <a:pt x="545" y="779"/>
                  <a:pt x="545" y="779"/>
                  <a:pt x="545" y="779"/>
                </a:cubicBezTo>
                <a:cubicBezTo>
                  <a:pt x="545" y="780"/>
                  <a:pt x="546" y="781"/>
                  <a:pt x="546" y="782"/>
                </a:cubicBezTo>
                <a:cubicBezTo>
                  <a:pt x="546" y="782"/>
                  <a:pt x="546" y="783"/>
                  <a:pt x="546" y="783"/>
                </a:cubicBezTo>
                <a:cubicBezTo>
                  <a:pt x="546" y="784"/>
                  <a:pt x="546" y="786"/>
                  <a:pt x="546" y="787"/>
                </a:cubicBezTo>
                <a:cubicBezTo>
                  <a:pt x="546" y="788"/>
                  <a:pt x="546" y="788"/>
                  <a:pt x="546" y="789"/>
                </a:cubicBezTo>
                <a:cubicBezTo>
                  <a:pt x="546" y="790"/>
                  <a:pt x="546" y="790"/>
                  <a:pt x="546" y="791"/>
                </a:cubicBezTo>
                <a:cubicBezTo>
                  <a:pt x="547" y="791"/>
                  <a:pt x="547" y="792"/>
                  <a:pt x="547" y="793"/>
                </a:cubicBezTo>
                <a:cubicBezTo>
                  <a:pt x="547" y="793"/>
                  <a:pt x="547" y="794"/>
                  <a:pt x="547" y="794"/>
                </a:cubicBezTo>
                <a:cubicBezTo>
                  <a:pt x="547" y="795"/>
                  <a:pt x="547" y="795"/>
                  <a:pt x="547" y="796"/>
                </a:cubicBezTo>
                <a:cubicBezTo>
                  <a:pt x="547" y="797"/>
                  <a:pt x="547" y="797"/>
                  <a:pt x="547" y="797"/>
                </a:cubicBezTo>
                <a:cubicBezTo>
                  <a:pt x="547" y="798"/>
                  <a:pt x="547" y="799"/>
                  <a:pt x="547" y="800"/>
                </a:cubicBezTo>
                <a:cubicBezTo>
                  <a:pt x="547" y="800"/>
                  <a:pt x="547" y="800"/>
                  <a:pt x="547" y="800"/>
                </a:cubicBezTo>
                <a:cubicBezTo>
                  <a:pt x="548" y="801"/>
                  <a:pt x="548" y="802"/>
                  <a:pt x="548" y="803"/>
                </a:cubicBezTo>
                <a:cubicBezTo>
                  <a:pt x="548" y="803"/>
                  <a:pt x="548" y="803"/>
                  <a:pt x="548" y="803"/>
                </a:cubicBezTo>
                <a:cubicBezTo>
                  <a:pt x="548" y="804"/>
                  <a:pt x="548" y="805"/>
                  <a:pt x="548" y="805"/>
                </a:cubicBezTo>
                <a:cubicBezTo>
                  <a:pt x="548" y="805"/>
                  <a:pt x="548" y="806"/>
                  <a:pt x="548" y="806"/>
                </a:cubicBezTo>
                <a:cubicBezTo>
                  <a:pt x="548" y="806"/>
                  <a:pt x="548" y="807"/>
                  <a:pt x="548" y="807"/>
                </a:cubicBezTo>
                <a:cubicBezTo>
                  <a:pt x="548" y="807"/>
                  <a:pt x="548" y="807"/>
                  <a:pt x="548" y="807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9"/>
                  <a:pt x="548" y="809"/>
                  <a:pt x="548" y="809"/>
                </a:cubicBezTo>
                <a:cubicBezTo>
                  <a:pt x="548" y="808"/>
                  <a:pt x="548" y="808"/>
                  <a:pt x="547" y="807"/>
                </a:cubicBezTo>
                <a:close/>
                <a:moveTo>
                  <a:pt x="399" y="482"/>
                </a:moveTo>
                <a:cubicBezTo>
                  <a:pt x="399" y="483"/>
                  <a:pt x="398" y="484"/>
                  <a:pt x="398" y="485"/>
                </a:cubicBezTo>
                <a:cubicBezTo>
                  <a:pt x="397" y="486"/>
                  <a:pt x="397" y="487"/>
                  <a:pt x="397" y="488"/>
                </a:cubicBezTo>
                <a:cubicBezTo>
                  <a:pt x="396" y="489"/>
                  <a:pt x="396" y="490"/>
                  <a:pt x="395" y="491"/>
                </a:cubicBezTo>
                <a:cubicBezTo>
                  <a:pt x="395" y="492"/>
                  <a:pt x="394" y="494"/>
                  <a:pt x="394" y="495"/>
                </a:cubicBezTo>
                <a:cubicBezTo>
                  <a:pt x="393" y="495"/>
                  <a:pt x="393" y="496"/>
                  <a:pt x="393" y="497"/>
                </a:cubicBezTo>
                <a:cubicBezTo>
                  <a:pt x="392" y="498"/>
                  <a:pt x="391" y="500"/>
                  <a:pt x="390" y="502"/>
                </a:cubicBezTo>
                <a:cubicBezTo>
                  <a:pt x="390" y="502"/>
                  <a:pt x="390" y="502"/>
                  <a:pt x="390" y="502"/>
                </a:cubicBezTo>
                <a:cubicBezTo>
                  <a:pt x="389" y="504"/>
                  <a:pt x="388" y="506"/>
                  <a:pt x="388" y="508"/>
                </a:cubicBezTo>
                <a:cubicBezTo>
                  <a:pt x="388" y="508"/>
                  <a:pt x="387" y="508"/>
                  <a:pt x="387" y="508"/>
                </a:cubicBezTo>
                <a:cubicBezTo>
                  <a:pt x="385" y="512"/>
                  <a:pt x="384" y="516"/>
                  <a:pt x="382" y="520"/>
                </a:cubicBezTo>
                <a:cubicBezTo>
                  <a:pt x="382" y="520"/>
                  <a:pt x="382" y="520"/>
                  <a:pt x="382" y="520"/>
                </a:cubicBezTo>
                <a:cubicBezTo>
                  <a:pt x="376" y="532"/>
                  <a:pt x="370" y="543"/>
                  <a:pt x="364" y="553"/>
                </a:cubicBezTo>
                <a:cubicBezTo>
                  <a:pt x="364" y="553"/>
                  <a:pt x="364" y="553"/>
                  <a:pt x="364" y="553"/>
                </a:cubicBezTo>
                <a:cubicBezTo>
                  <a:pt x="362" y="556"/>
                  <a:pt x="360" y="559"/>
                  <a:pt x="358" y="561"/>
                </a:cubicBezTo>
                <a:cubicBezTo>
                  <a:pt x="358" y="562"/>
                  <a:pt x="358" y="562"/>
                  <a:pt x="358" y="562"/>
                </a:cubicBezTo>
                <a:cubicBezTo>
                  <a:pt x="356" y="564"/>
                  <a:pt x="355" y="566"/>
                  <a:pt x="353" y="568"/>
                </a:cubicBezTo>
                <a:cubicBezTo>
                  <a:pt x="353" y="569"/>
                  <a:pt x="353" y="569"/>
                  <a:pt x="353" y="569"/>
                </a:cubicBezTo>
                <a:cubicBezTo>
                  <a:pt x="352" y="570"/>
                  <a:pt x="351" y="571"/>
                  <a:pt x="350" y="572"/>
                </a:cubicBezTo>
                <a:cubicBezTo>
                  <a:pt x="350" y="572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0"/>
                  <a:pt x="350" y="570"/>
                  <a:pt x="350" y="570"/>
                </a:cubicBezTo>
                <a:cubicBezTo>
                  <a:pt x="350" y="570"/>
                  <a:pt x="350" y="570"/>
                  <a:pt x="350" y="569"/>
                </a:cubicBezTo>
                <a:cubicBezTo>
                  <a:pt x="350" y="569"/>
                  <a:pt x="351" y="569"/>
                  <a:pt x="351" y="569"/>
                </a:cubicBezTo>
                <a:cubicBezTo>
                  <a:pt x="351" y="568"/>
                  <a:pt x="351" y="567"/>
                  <a:pt x="351" y="565"/>
                </a:cubicBezTo>
                <a:cubicBezTo>
                  <a:pt x="351" y="565"/>
                  <a:pt x="351" y="565"/>
                  <a:pt x="351" y="565"/>
                </a:cubicBezTo>
                <a:cubicBezTo>
                  <a:pt x="351" y="564"/>
                  <a:pt x="351" y="563"/>
                  <a:pt x="351" y="562"/>
                </a:cubicBezTo>
                <a:cubicBezTo>
                  <a:pt x="351" y="562"/>
                  <a:pt x="351" y="562"/>
                  <a:pt x="351" y="562"/>
                </a:cubicBezTo>
                <a:cubicBezTo>
                  <a:pt x="352" y="561"/>
                  <a:pt x="352" y="560"/>
                  <a:pt x="352" y="559"/>
                </a:cubicBezTo>
                <a:cubicBezTo>
                  <a:pt x="352" y="559"/>
                  <a:pt x="352" y="559"/>
                  <a:pt x="352" y="559"/>
                </a:cubicBezTo>
                <a:cubicBezTo>
                  <a:pt x="352" y="556"/>
                  <a:pt x="353" y="552"/>
                  <a:pt x="353" y="548"/>
                </a:cubicBezTo>
                <a:cubicBezTo>
                  <a:pt x="353" y="547"/>
                  <a:pt x="353" y="547"/>
                  <a:pt x="353" y="547"/>
                </a:cubicBezTo>
                <a:cubicBezTo>
                  <a:pt x="353" y="546"/>
                  <a:pt x="354" y="545"/>
                  <a:pt x="354" y="543"/>
                </a:cubicBezTo>
                <a:cubicBezTo>
                  <a:pt x="354" y="543"/>
                  <a:pt x="354" y="543"/>
                  <a:pt x="354" y="543"/>
                </a:cubicBezTo>
                <a:cubicBezTo>
                  <a:pt x="354" y="541"/>
                  <a:pt x="354" y="540"/>
                  <a:pt x="354" y="538"/>
                </a:cubicBezTo>
                <a:cubicBezTo>
                  <a:pt x="354" y="538"/>
                  <a:pt x="354" y="538"/>
                  <a:pt x="354" y="538"/>
                </a:cubicBezTo>
                <a:cubicBezTo>
                  <a:pt x="355" y="533"/>
                  <a:pt x="355" y="528"/>
                  <a:pt x="356" y="523"/>
                </a:cubicBezTo>
                <a:cubicBezTo>
                  <a:pt x="356" y="523"/>
                  <a:pt x="356" y="523"/>
                  <a:pt x="356" y="522"/>
                </a:cubicBezTo>
                <a:cubicBezTo>
                  <a:pt x="356" y="521"/>
                  <a:pt x="356" y="519"/>
                  <a:pt x="356" y="517"/>
                </a:cubicBezTo>
                <a:cubicBezTo>
                  <a:pt x="356" y="517"/>
                  <a:pt x="356" y="517"/>
                  <a:pt x="356" y="517"/>
                </a:cubicBezTo>
                <a:cubicBezTo>
                  <a:pt x="357" y="504"/>
                  <a:pt x="358" y="491"/>
                  <a:pt x="358" y="478"/>
                </a:cubicBezTo>
                <a:cubicBezTo>
                  <a:pt x="362" y="478"/>
                  <a:pt x="366" y="478"/>
                  <a:pt x="369" y="478"/>
                </a:cubicBezTo>
                <a:cubicBezTo>
                  <a:pt x="380" y="478"/>
                  <a:pt x="391" y="477"/>
                  <a:pt x="402" y="476"/>
                </a:cubicBezTo>
                <a:cubicBezTo>
                  <a:pt x="401" y="477"/>
                  <a:pt x="400" y="479"/>
                  <a:pt x="400" y="481"/>
                </a:cubicBezTo>
                <a:cubicBezTo>
                  <a:pt x="399" y="481"/>
                  <a:pt x="399" y="481"/>
                  <a:pt x="399" y="482"/>
                </a:cubicBezTo>
                <a:close/>
                <a:moveTo>
                  <a:pt x="170" y="906"/>
                </a:moveTo>
                <a:cubicBezTo>
                  <a:pt x="170" y="906"/>
                  <a:pt x="170" y="906"/>
                  <a:pt x="170" y="906"/>
                </a:cubicBezTo>
                <a:cubicBezTo>
                  <a:pt x="168" y="904"/>
                  <a:pt x="167" y="901"/>
                  <a:pt x="166" y="898"/>
                </a:cubicBezTo>
                <a:cubicBezTo>
                  <a:pt x="167" y="898"/>
                  <a:pt x="168" y="898"/>
                  <a:pt x="169" y="898"/>
                </a:cubicBezTo>
                <a:cubicBezTo>
                  <a:pt x="169" y="898"/>
                  <a:pt x="169" y="898"/>
                  <a:pt x="170" y="898"/>
                </a:cubicBezTo>
                <a:cubicBezTo>
                  <a:pt x="170" y="898"/>
                  <a:pt x="170" y="899"/>
                  <a:pt x="170" y="899"/>
                </a:cubicBezTo>
                <a:cubicBezTo>
                  <a:pt x="170" y="899"/>
                  <a:pt x="170" y="900"/>
                  <a:pt x="170" y="900"/>
                </a:cubicBezTo>
                <a:cubicBezTo>
                  <a:pt x="170" y="900"/>
                  <a:pt x="170" y="901"/>
                  <a:pt x="170" y="902"/>
                </a:cubicBezTo>
                <a:cubicBezTo>
                  <a:pt x="170" y="902"/>
                  <a:pt x="170" y="902"/>
                  <a:pt x="170" y="902"/>
                </a:cubicBezTo>
                <a:cubicBezTo>
                  <a:pt x="170" y="903"/>
                  <a:pt x="170" y="903"/>
                  <a:pt x="170" y="903"/>
                </a:cubicBezTo>
                <a:cubicBezTo>
                  <a:pt x="170" y="904"/>
                  <a:pt x="170" y="904"/>
                  <a:pt x="170" y="904"/>
                </a:cubicBezTo>
                <a:cubicBezTo>
                  <a:pt x="170" y="904"/>
                  <a:pt x="170" y="904"/>
                  <a:pt x="170" y="905"/>
                </a:cubicBezTo>
                <a:cubicBezTo>
                  <a:pt x="170" y="905"/>
                  <a:pt x="170" y="905"/>
                  <a:pt x="170" y="905"/>
                </a:cubicBezTo>
                <a:cubicBezTo>
                  <a:pt x="170" y="905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lose/>
                <a:moveTo>
                  <a:pt x="134" y="828"/>
                </a:moveTo>
                <a:cubicBezTo>
                  <a:pt x="133" y="828"/>
                  <a:pt x="133" y="829"/>
                  <a:pt x="133" y="829"/>
                </a:cubicBezTo>
                <a:cubicBezTo>
                  <a:pt x="133" y="830"/>
                  <a:pt x="132" y="831"/>
                  <a:pt x="132" y="832"/>
                </a:cubicBezTo>
                <a:cubicBezTo>
                  <a:pt x="131" y="833"/>
                  <a:pt x="131" y="833"/>
                  <a:pt x="131" y="833"/>
                </a:cubicBezTo>
                <a:cubicBezTo>
                  <a:pt x="131" y="834"/>
                  <a:pt x="130" y="835"/>
                  <a:pt x="130" y="836"/>
                </a:cubicBezTo>
                <a:cubicBezTo>
                  <a:pt x="130" y="836"/>
                  <a:pt x="130" y="837"/>
                  <a:pt x="129" y="837"/>
                </a:cubicBezTo>
                <a:cubicBezTo>
                  <a:pt x="129" y="838"/>
                  <a:pt x="128" y="839"/>
                  <a:pt x="128" y="840"/>
                </a:cubicBezTo>
                <a:cubicBezTo>
                  <a:pt x="128" y="840"/>
                  <a:pt x="128" y="840"/>
                  <a:pt x="128" y="841"/>
                </a:cubicBezTo>
                <a:cubicBezTo>
                  <a:pt x="127" y="841"/>
                  <a:pt x="126" y="842"/>
                  <a:pt x="126" y="843"/>
                </a:cubicBezTo>
                <a:cubicBezTo>
                  <a:pt x="126" y="844"/>
                  <a:pt x="126" y="844"/>
                  <a:pt x="125" y="844"/>
                </a:cubicBezTo>
                <a:cubicBezTo>
                  <a:pt x="125" y="845"/>
                  <a:pt x="125" y="845"/>
                  <a:pt x="124" y="846"/>
                </a:cubicBezTo>
                <a:cubicBezTo>
                  <a:pt x="124" y="846"/>
                  <a:pt x="124" y="847"/>
                  <a:pt x="124" y="847"/>
                </a:cubicBezTo>
                <a:cubicBezTo>
                  <a:pt x="123" y="847"/>
                  <a:pt x="123" y="848"/>
                  <a:pt x="122" y="849"/>
                </a:cubicBezTo>
                <a:cubicBezTo>
                  <a:pt x="122" y="849"/>
                  <a:pt x="122" y="849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7"/>
                </a:cubicBezTo>
                <a:cubicBezTo>
                  <a:pt x="122" y="847"/>
                  <a:pt x="122" y="847"/>
                  <a:pt x="122" y="847"/>
                </a:cubicBezTo>
                <a:cubicBezTo>
                  <a:pt x="122" y="847"/>
                  <a:pt x="123" y="846"/>
                  <a:pt x="123" y="846"/>
                </a:cubicBezTo>
                <a:cubicBezTo>
                  <a:pt x="123" y="846"/>
                  <a:pt x="124" y="845"/>
                  <a:pt x="124" y="845"/>
                </a:cubicBezTo>
                <a:cubicBezTo>
                  <a:pt x="124" y="845"/>
                  <a:pt x="124" y="845"/>
                  <a:pt x="124" y="845"/>
                </a:cubicBezTo>
                <a:cubicBezTo>
                  <a:pt x="124" y="844"/>
                  <a:pt x="123" y="844"/>
                  <a:pt x="124" y="843"/>
                </a:cubicBezTo>
                <a:cubicBezTo>
                  <a:pt x="124" y="843"/>
                  <a:pt x="123" y="843"/>
                  <a:pt x="123" y="843"/>
                </a:cubicBezTo>
                <a:cubicBezTo>
                  <a:pt x="123" y="842"/>
                  <a:pt x="123" y="841"/>
                  <a:pt x="123" y="841"/>
                </a:cubicBezTo>
                <a:cubicBezTo>
                  <a:pt x="123" y="841"/>
                  <a:pt x="123" y="840"/>
                  <a:pt x="123" y="840"/>
                </a:cubicBezTo>
                <a:cubicBezTo>
                  <a:pt x="123" y="840"/>
                  <a:pt x="123" y="839"/>
                  <a:pt x="123" y="838"/>
                </a:cubicBezTo>
                <a:cubicBezTo>
                  <a:pt x="123" y="838"/>
                  <a:pt x="123" y="838"/>
                  <a:pt x="123" y="838"/>
                </a:cubicBezTo>
                <a:cubicBezTo>
                  <a:pt x="123" y="837"/>
                  <a:pt x="123" y="836"/>
                  <a:pt x="124" y="836"/>
                </a:cubicBezTo>
                <a:cubicBezTo>
                  <a:pt x="124" y="836"/>
                  <a:pt x="124" y="835"/>
                  <a:pt x="124" y="835"/>
                </a:cubicBezTo>
                <a:cubicBezTo>
                  <a:pt x="124" y="834"/>
                  <a:pt x="124" y="832"/>
                  <a:pt x="124" y="830"/>
                </a:cubicBezTo>
                <a:cubicBezTo>
                  <a:pt x="124" y="830"/>
                  <a:pt x="124" y="830"/>
                  <a:pt x="124" y="830"/>
                </a:cubicBezTo>
                <a:cubicBezTo>
                  <a:pt x="124" y="829"/>
                  <a:pt x="124" y="828"/>
                  <a:pt x="124" y="827"/>
                </a:cubicBezTo>
                <a:cubicBezTo>
                  <a:pt x="124" y="827"/>
                  <a:pt x="124" y="827"/>
                  <a:pt x="124" y="827"/>
                </a:cubicBezTo>
                <a:cubicBezTo>
                  <a:pt x="124" y="826"/>
                  <a:pt x="124" y="826"/>
                  <a:pt x="124" y="826"/>
                </a:cubicBezTo>
                <a:cubicBezTo>
                  <a:pt x="125" y="826"/>
                  <a:pt x="126" y="826"/>
                  <a:pt x="127" y="826"/>
                </a:cubicBezTo>
                <a:cubicBezTo>
                  <a:pt x="129" y="826"/>
                  <a:pt x="132" y="826"/>
                  <a:pt x="135" y="825"/>
                </a:cubicBezTo>
                <a:cubicBezTo>
                  <a:pt x="135" y="825"/>
                  <a:pt x="135" y="825"/>
                  <a:pt x="135" y="825"/>
                </a:cubicBezTo>
                <a:cubicBezTo>
                  <a:pt x="134" y="826"/>
                  <a:pt x="134" y="827"/>
                  <a:pt x="134" y="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8708" tIns="49354" rIns="98708" bIns="49354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94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93457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000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5"/>
          <p:cNvSpPr>
            <a:spLocks/>
          </p:cNvSpPr>
          <p:nvPr userDrawn="1"/>
        </p:nvSpPr>
        <p:spPr bwMode="auto">
          <a:xfrm>
            <a:off x="-1" y="5710839"/>
            <a:ext cx="10693401" cy="1880616"/>
          </a:xfrm>
          <a:custGeom>
            <a:avLst/>
            <a:gdLst>
              <a:gd name="T0" fmla="*/ 29 w 5783"/>
              <a:gd name="T1" fmla="*/ 781 h 1078"/>
              <a:gd name="T2" fmla="*/ 203 w 5783"/>
              <a:gd name="T3" fmla="*/ 622 h 1078"/>
              <a:gd name="T4" fmla="*/ 364 w 5783"/>
              <a:gd name="T5" fmla="*/ 706 h 1078"/>
              <a:gd name="T6" fmla="*/ 430 w 5783"/>
              <a:gd name="T7" fmla="*/ 443 h 1078"/>
              <a:gd name="T8" fmla="*/ 526 w 5783"/>
              <a:gd name="T9" fmla="*/ 405 h 1078"/>
              <a:gd name="T10" fmla="*/ 555 w 5783"/>
              <a:gd name="T11" fmla="*/ 602 h 1078"/>
              <a:gd name="T12" fmla="*/ 633 w 5783"/>
              <a:gd name="T13" fmla="*/ 735 h 1078"/>
              <a:gd name="T14" fmla="*/ 671 w 5783"/>
              <a:gd name="T15" fmla="*/ 309 h 1078"/>
              <a:gd name="T16" fmla="*/ 716 w 5783"/>
              <a:gd name="T17" fmla="*/ 188 h 1078"/>
              <a:gd name="T18" fmla="*/ 733 w 5783"/>
              <a:gd name="T19" fmla="*/ 0 h 1078"/>
              <a:gd name="T20" fmla="*/ 782 w 5783"/>
              <a:gd name="T21" fmla="*/ 96 h 1078"/>
              <a:gd name="T22" fmla="*/ 803 w 5783"/>
              <a:gd name="T23" fmla="*/ 317 h 1078"/>
              <a:gd name="T24" fmla="*/ 857 w 5783"/>
              <a:gd name="T25" fmla="*/ 505 h 1078"/>
              <a:gd name="T26" fmla="*/ 902 w 5783"/>
              <a:gd name="T27" fmla="*/ 710 h 1078"/>
              <a:gd name="T28" fmla="*/ 1039 w 5783"/>
              <a:gd name="T29" fmla="*/ 744 h 1078"/>
              <a:gd name="T30" fmla="*/ 1068 w 5783"/>
              <a:gd name="T31" fmla="*/ 443 h 1078"/>
              <a:gd name="T32" fmla="*/ 1176 w 5783"/>
              <a:gd name="T33" fmla="*/ 539 h 1078"/>
              <a:gd name="T34" fmla="*/ 1209 w 5783"/>
              <a:gd name="T35" fmla="*/ 627 h 1078"/>
              <a:gd name="T36" fmla="*/ 1349 w 5783"/>
              <a:gd name="T37" fmla="*/ 673 h 1078"/>
              <a:gd name="T38" fmla="*/ 1403 w 5783"/>
              <a:gd name="T39" fmla="*/ 656 h 1078"/>
              <a:gd name="T40" fmla="*/ 1672 w 5783"/>
              <a:gd name="T41" fmla="*/ 535 h 1078"/>
              <a:gd name="T42" fmla="*/ 1714 w 5783"/>
              <a:gd name="T43" fmla="*/ 535 h 1078"/>
              <a:gd name="T44" fmla="*/ 1958 w 5783"/>
              <a:gd name="T45" fmla="*/ 585 h 1078"/>
              <a:gd name="T46" fmla="*/ 2032 w 5783"/>
              <a:gd name="T47" fmla="*/ 610 h 1078"/>
              <a:gd name="T48" fmla="*/ 2322 w 5783"/>
              <a:gd name="T49" fmla="*/ 689 h 1078"/>
              <a:gd name="T50" fmla="*/ 2347 w 5783"/>
              <a:gd name="T51" fmla="*/ 856 h 1078"/>
              <a:gd name="T52" fmla="*/ 2562 w 5783"/>
              <a:gd name="T53" fmla="*/ 668 h 1078"/>
              <a:gd name="T54" fmla="*/ 2600 w 5783"/>
              <a:gd name="T55" fmla="*/ 668 h 1078"/>
              <a:gd name="T56" fmla="*/ 2749 w 5783"/>
              <a:gd name="T57" fmla="*/ 781 h 1078"/>
              <a:gd name="T58" fmla="*/ 2811 w 5783"/>
              <a:gd name="T59" fmla="*/ 727 h 1078"/>
              <a:gd name="T60" fmla="*/ 2972 w 5783"/>
              <a:gd name="T61" fmla="*/ 698 h 1078"/>
              <a:gd name="T62" fmla="*/ 2997 w 5783"/>
              <a:gd name="T63" fmla="*/ 689 h 1078"/>
              <a:gd name="T64" fmla="*/ 3101 w 5783"/>
              <a:gd name="T65" fmla="*/ 652 h 1078"/>
              <a:gd name="T66" fmla="*/ 3134 w 5783"/>
              <a:gd name="T67" fmla="*/ 785 h 1078"/>
              <a:gd name="T68" fmla="*/ 3312 w 5783"/>
              <a:gd name="T69" fmla="*/ 647 h 1078"/>
              <a:gd name="T70" fmla="*/ 3361 w 5783"/>
              <a:gd name="T71" fmla="*/ 518 h 1078"/>
              <a:gd name="T72" fmla="*/ 3415 w 5783"/>
              <a:gd name="T73" fmla="*/ 372 h 1078"/>
              <a:gd name="T74" fmla="*/ 3457 w 5783"/>
              <a:gd name="T75" fmla="*/ 785 h 1078"/>
              <a:gd name="T76" fmla="*/ 3668 w 5783"/>
              <a:gd name="T77" fmla="*/ 267 h 1078"/>
              <a:gd name="T78" fmla="*/ 3701 w 5783"/>
              <a:gd name="T79" fmla="*/ 668 h 1078"/>
              <a:gd name="T80" fmla="*/ 3912 w 5783"/>
              <a:gd name="T81" fmla="*/ 719 h 1078"/>
              <a:gd name="T82" fmla="*/ 4024 w 5783"/>
              <a:gd name="T83" fmla="*/ 685 h 1078"/>
              <a:gd name="T84" fmla="*/ 4127 w 5783"/>
              <a:gd name="T85" fmla="*/ 739 h 1078"/>
              <a:gd name="T86" fmla="*/ 4189 w 5783"/>
              <a:gd name="T87" fmla="*/ 664 h 1078"/>
              <a:gd name="T88" fmla="*/ 4322 w 5783"/>
              <a:gd name="T89" fmla="*/ 773 h 1078"/>
              <a:gd name="T90" fmla="*/ 4409 w 5783"/>
              <a:gd name="T91" fmla="*/ 568 h 1078"/>
              <a:gd name="T92" fmla="*/ 4471 w 5783"/>
              <a:gd name="T93" fmla="*/ 748 h 1078"/>
              <a:gd name="T94" fmla="*/ 4603 w 5783"/>
              <a:gd name="T95" fmla="*/ 652 h 1078"/>
              <a:gd name="T96" fmla="*/ 4674 w 5783"/>
              <a:gd name="T97" fmla="*/ 639 h 1078"/>
              <a:gd name="T98" fmla="*/ 4909 w 5783"/>
              <a:gd name="T99" fmla="*/ 597 h 1078"/>
              <a:gd name="T100" fmla="*/ 4926 w 5783"/>
              <a:gd name="T101" fmla="*/ 710 h 1078"/>
              <a:gd name="T102" fmla="*/ 5050 w 5783"/>
              <a:gd name="T103" fmla="*/ 890 h 1078"/>
              <a:gd name="T104" fmla="*/ 5071 w 5783"/>
              <a:gd name="T105" fmla="*/ 643 h 1078"/>
              <a:gd name="T106" fmla="*/ 5179 w 5783"/>
              <a:gd name="T107" fmla="*/ 911 h 1078"/>
              <a:gd name="T108" fmla="*/ 5253 w 5783"/>
              <a:gd name="T109" fmla="*/ 919 h 1078"/>
              <a:gd name="T110" fmla="*/ 5530 w 5783"/>
              <a:gd name="T111" fmla="*/ 622 h 1078"/>
              <a:gd name="T112" fmla="*/ 5783 w 5783"/>
              <a:gd name="T113" fmla="*/ 1078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83" h="1078">
                <a:moveTo>
                  <a:pt x="0" y="1065"/>
                </a:moveTo>
                <a:lnTo>
                  <a:pt x="0" y="781"/>
                </a:lnTo>
                <a:lnTo>
                  <a:pt x="29" y="781"/>
                </a:lnTo>
                <a:lnTo>
                  <a:pt x="29" y="698"/>
                </a:lnTo>
                <a:lnTo>
                  <a:pt x="203" y="698"/>
                </a:lnTo>
                <a:lnTo>
                  <a:pt x="203" y="622"/>
                </a:lnTo>
                <a:lnTo>
                  <a:pt x="306" y="622"/>
                </a:lnTo>
                <a:lnTo>
                  <a:pt x="306" y="706"/>
                </a:lnTo>
                <a:lnTo>
                  <a:pt x="364" y="706"/>
                </a:lnTo>
                <a:lnTo>
                  <a:pt x="364" y="622"/>
                </a:lnTo>
                <a:lnTo>
                  <a:pt x="430" y="622"/>
                </a:lnTo>
                <a:lnTo>
                  <a:pt x="430" y="443"/>
                </a:lnTo>
                <a:lnTo>
                  <a:pt x="455" y="443"/>
                </a:lnTo>
                <a:lnTo>
                  <a:pt x="455" y="405"/>
                </a:lnTo>
                <a:lnTo>
                  <a:pt x="526" y="405"/>
                </a:lnTo>
                <a:lnTo>
                  <a:pt x="526" y="443"/>
                </a:lnTo>
                <a:lnTo>
                  <a:pt x="555" y="443"/>
                </a:lnTo>
                <a:lnTo>
                  <a:pt x="555" y="602"/>
                </a:lnTo>
                <a:lnTo>
                  <a:pt x="580" y="602"/>
                </a:lnTo>
                <a:lnTo>
                  <a:pt x="580" y="735"/>
                </a:lnTo>
                <a:lnTo>
                  <a:pt x="633" y="735"/>
                </a:lnTo>
                <a:lnTo>
                  <a:pt x="633" y="493"/>
                </a:lnTo>
                <a:lnTo>
                  <a:pt x="671" y="493"/>
                </a:lnTo>
                <a:lnTo>
                  <a:pt x="671" y="309"/>
                </a:lnTo>
                <a:lnTo>
                  <a:pt x="695" y="309"/>
                </a:lnTo>
                <a:lnTo>
                  <a:pt x="695" y="188"/>
                </a:lnTo>
                <a:lnTo>
                  <a:pt x="716" y="188"/>
                </a:lnTo>
                <a:lnTo>
                  <a:pt x="716" y="100"/>
                </a:lnTo>
                <a:lnTo>
                  <a:pt x="733" y="100"/>
                </a:lnTo>
                <a:lnTo>
                  <a:pt x="733" y="0"/>
                </a:lnTo>
                <a:lnTo>
                  <a:pt x="762" y="0"/>
                </a:lnTo>
                <a:lnTo>
                  <a:pt x="762" y="96"/>
                </a:lnTo>
                <a:lnTo>
                  <a:pt x="782" y="96"/>
                </a:lnTo>
                <a:lnTo>
                  <a:pt x="782" y="171"/>
                </a:lnTo>
                <a:lnTo>
                  <a:pt x="803" y="171"/>
                </a:lnTo>
                <a:lnTo>
                  <a:pt x="803" y="317"/>
                </a:lnTo>
                <a:lnTo>
                  <a:pt x="828" y="317"/>
                </a:lnTo>
                <a:lnTo>
                  <a:pt x="828" y="505"/>
                </a:lnTo>
                <a:lnTo>
                  <a:pt x="857" y="505"/>
                </a:lnTo>
                <a:lnTo>
                  <a:pt x="857" y="773"/>
                </a:lnTo>
                <a:lnTo>
                  <a:pt x="902" y="773"/>
                </a:lnTo>
                <a:lnTo>
                  <a:pt x="902" y="710"/>
                </a:lnTo>
                <a:lnTo>
                  <a:pt x="1002" y="710"/>
                </a:lnTo>
                <a:lnTo>
                  <a:pt x="1002" y="744"/>
                </a:lnTo>
                <a:lnTo>
                  <a:pt x="1039" y="744"/>
                </a:lnTo>
                <a:lnTo>
                  <a:pt x="1039" y="522"/>
                </a:lnTo>
                <a:lnTo>
                  <a:pt x="1068" y="522"/>
                </a:lnTo>
                <a:lnTo>
                  <a:pt x="1068" y="443"/>
                </a:lnTo>
                <a:lnTo>
                  <a:pt x="1155" y="443"/>
                </a:lnTo>
                <a:lnTo>
                  <a:pt x="1155" y="522"/>
                </a:lnTo>
                <a:lnTo>
                  <a:pt x="1176" y="539"/>
                </a:lnTo>
                <a:lnTo>
                  <a:pt x="1176" y="668"/>
                </a:lnTo>
                <a:lnTo>
                  <a:pt x="1209" y="668"/>
                </a:lnTo>
                <a:lnTo>
                  <a:pt x="1209" y="627"/>
                </a:lnTo>
                <a:lnTo>
                  <a:pt x="1296" y="627"/>
                </a:lnTo>
                <a:lnTo>
                  <a:pt x="1296" y="673"/>
                </a:lnTo>
                <a:lnTo>
                  <a:pt x="1349" y="673"/>
                </a:lnTo>
                <a:lnTo>
                  <a:pt x="1349" y="710"/>
                </a:lnTo>
                <a:lnTo>
                  <a:pt x="1403" y="710"/>
                </a:lnTo>
                <a:lnTo>
                  <a:pt x="1403" y="656"/>
                </a:lnTo>
                <a:lnTo>
                  <a:pt x="1445" y="656"/>
                </a:lnTo>
                <a:lnTo>
                  <a:pt x="1445" y="535"/>
                </a:lnTo>
                <a:lnTo>
                  <a:pt x="1672" y="535"/>
                </a:lnTo>
                <a:lnTo>
                  <a:pt x="1672" y="656"/>
                </a:lnTo>
                <a:lnTo>
                  <a:pt x="1714" y="656"/>
                </a:lnTo>
                <a:lnTo>
                  <a:pt x="1714" y="535"/>
                </a:lnTo>
                <a:lnTo>
                  <a:pt x="1904" y="535"/>
                </a:lnTo>
                <a:lnTo>
                  <a:pt x="1904" y="585"/>
                </a:lnTo>
                <a:lnTo>
                  <a:pt x="1958" y="585"/>
                </a:lnTo>
                <a:lnTo>
                  <a:pt x="1958" y="760"/>
                </a:lnTo>
                <a:lnTo>
                  <a:pt x="2032" y="760"/>
                </a:lnTo>
                <a:lnTo>
                  <a:pt x="2032" y="610"/>
                </a:lnTo>
                <a:lnTo>
                  <a:pt x="2285" y="610"/>
                </a:lnTo>
                <a:lnTo>
                  <a:pt x="2285" y="689"/>
                </a:lnTo>
                <a:lnTo>
                  <a:pt x="2322" y="689"/>
                </a:lnTo>
                <a:lnTo>
                  <a:pt x="2322" y="794"/>
                </a:lnTo>
                <a:lnTo>
                  <a:pt x="2347" y="794"/>
                </a:lnTo>
                <a:lnTo>
                  <a:pt x="2347" y="856"/>
                </a:lnTo>
                <a:lnTo>
                  <a:pt x="2455" y="856"/>
                </a:lnTo>
                <a:lnTo>
                  <a:pt x="2455" y="668"/>
                </a:lnTo>
                <a:lnTo>
                  <a:pt x="2562" y="668"/>
                </a:lnTo>
                <a:lnTo>
                  <a:pt x="2562" y="731"/>
                </a:lnTo>
                <a:lnTo>
                  <a:pt x="2600" y="731"/>
                </a:lnTo>
                <a:lnTo>
                  <a:pt x="2600" y="668"/>
                </a:lnTo>
                <a:lnTo>
                  <a:pt x="2724" y="668"/>
                </a:lnTo>
                <a:lnTo>
                  <a:pt x="2724" y="781"/>
                </a:lnTo>
                <a:lnTo>
                  <a:pt x="2749" y="781"/>
                </a:lnTo>
                <a:lnTo>
                  <a:pt x="2749" y="856"/>
                </a:lnTo>
                <a:lnTo>
                  <a:pt x="2811" y="856"/>
                </a:lnTo>
                <a:lnTo>
                  <a:pt x="2811" y="727"/>
                </a:lnTo>
                <a:lnTo>
                  <a:pt x="2943" y="727"/>
                </a:lnTo>
                <a:lnTo>
                  <a:pt x="2943" y="698"/>
                </a:lnTo>
                <a:lnTo>
                  <a:pt x="2972" y="698"/>
                </a:lnTo>
                <a:lnTo>
                  <a:pt x="2972" y="660"/>
                </a:lnTo>
                <a:lnTo>
                  <a:pt x="2997" y="660"/>
                </a:lnTo>
                <a:lnTo>
                  <a:pt x="2997" y="689"/>
                </a:lnTo>
                <a:lnTo>
                  <a:pt x="3030" y="689"/>
                </a:lnTo>
                <a:lnTo>
                  <a:pt x="3030" y="652"/>
                </a:lnTo>
                <a:lnTo>
                  <a:pt x="3101" y="652"/>
                </a:lnTo>
                <a:lnTo>
                  <a:pt x="3101" y="685"/>
                </a:lnTo>
                <a:lnTo>
                  <a:pt x="3134" y="685"/>
                </a:lnTo>
                <a:lnTo>
                  <a:pt x="3134" y="785"/>
                </a:lnTo>
                <a:lnTo>
                  <a:pt x="3192" y="785"/>
                </a:lnTo>
                <a:lnTo>
                  <a:pt x="3192" y="647"/>
                </a:lnTo>
                <a:lnTo>
                  <a:pt x="3312" y="647"/>
                </a:lnTo>
                <a:lnTo>
                  <a:pt x="3312" y="689"/>
                </a:lnTo>
                <a:lnTo>
                  <a:pt x="3361" y="689"/>
                </a:lnTo>
                <a:lnTo>
                  <a:pt x="3361" y="518"/>
                </a:lnTo>
                <a:lnTo>
                  <a:pt x="3399" y="447"/>
                </a:lnTo>
                <a:lnTo>
                  <a:pt x="3399" y="372"/>
                </a:lnTo>
                <a:lnTo>
                  <a:pt x="3415" y="372"/>
                </a:lnTo>
                <a:lnTo>
                  <a:pt x="3415" y="451"/>
                </a:lnTo>
                <a:lnTo>
                  <a:pt x="3457" y="514"/>
                </a:lnTo>
                <a:lnTo>
                  <a:pt x="3457" y="785"/>
                </a:lnTo>
                <a:lnTo>
                  <a:pt x="3510" y="785"/>
                </a:lnTo>
                <a:lnTo>
                  <a:pt x="3510" y="267"/>
                </a:lnTo>
                <a:lnTo>
                  <a:pt x="3668" y="267"/>
                </a:lnTo>
                <a:lnTo>
                  <a:pt x="3668" y="748"/>
                </a:lnTo>
                <a:lnTo>
                  <a:pt x="3701" y="748"/>
                </a:lnTo>
                <a:lnTo>
                  <a:pt x="3701" y="668"/>
                </a:lnTo>
                <a:lnTo>
                  <a:pt x="3767" y="668"/>
                </a:lnTo>
                <a:lnTo>
                  <a:pt x="3767" y="719"/>
                </a:lnTo>
                <a:lnTo>
                  <a:pt x="3912" y="719"/>
                </a:lnTo>
                <a:lnTo>
                  <a:pt x="3912" y="781"/>
                </a:lnTo>
                <a:lnTo>
                  <a:pt x="4024" y="781"/>
                </a:lnTo>
                <a:lnTo>
                  <a:pt x="4024" y="685"/>
                </a:lnTo>
                <a:lnTo>
                  <a:pt x="4082" y="685"/>
                </a:lnTo>
                <a:lnTo>
                  <a:pt x="4082" y="739"/>
                </a:lnTo>
                <a:lnTo>
                  <a:pt x="4127" y="739"/>
                </a:lnTo>
                <a:lnTo>
                  <a:pt x="4127" y="706"/>
                </a:lnTo>
                <a:lnTo>
                  <a:pt x="4189" y="706"/>
                </a:lnTo>
                <a:lnTo>
                  <a:pt x="4189" y="664"/>
                </a:lnTo>
                <a:lnTo>
                  <a:pt x="4264" y="664"/>
                </a:lnTo>
                <a:lnTo>
                  <a:pt x="4264" y="773"/>
                </a:lnTo>
                <a:lnTo>
                  <a:pt x="4322" y="773"/>
                </a:lnTo>
                <a:lnTo>
                  <a:pt x="4322" y="564"/>
                </a:lnTo>
                <a:lnTo>
                  <a:pt x="4359" y="514"/>
                </a:lnTo>
                <a:lnTo>
                  <a:pt x="4409" y="568"/>
                </a:lnTo>
                <a:lnTo>
                  <a:pt x="4409" y="660"/>
                </a:lnTo>
                <a:lnTo>
                  <a:pt x="4471" y="660"/>
                </a:lnTo>
                <a:lnTo>
                  <a:pt x="4471" y="748"/>
                </a:lnTo>
                <a:lnTo>
                  <a:pt x="4549" y="748"/>
                </a:lnTo>
                <a:lnTo>
                  <a:pt x="4549" y="652"/>
                </a:lnTo>
                <a:lnTo>
                  <a:pt x="4603" y="652"/>
                </a:lnTo>
                <a:lnTo>
                  <a:pt x="4603" y="610"/>
                </a:lnTo>
                <a:lnTo>
                  <a:pt x="4674" y="610"/>
                </a:lnTo>
                <a:lnTo>
                  <a:pt x="4674" y="639"/>
                </a:lnTo>
                <a:lnTo>
                  <a:pt x="4723" y="639"/>
                </a:lnTo>
                <a:lnTo>
                  <a:pt x="4723" y="597"/>
                </a:lnTo>
                <a:lnTo>
                  <a:pt x="4909" y="597"/>
                </a:lnTo>
                <a:lnTo>
                  <a:pt x="4909" y="744"/>
                </a:lnTo>
                <a:lnTo>
                  <a:pt x="4926" y="744"/>
                </a:lnTo>
                <a:lnTo>
                  <a:pt x="4926" y="710"/>
                </a:lnTo>
                <a:lnTo>
                  <a:pt x="4996" y="710"/>
                </a:lnTo>
                <a:lnTo>
                  <a:pt x="4996" y="890"/>
                </a:lnTo>
                <a:lnTo>
                  <a:pt x="5050" y="890"/>
                </a:lnTo>
                <a:lnTo>
                  <a:pt x="5050" y="831"/>
                </a:lnTo>
                <a:lnTo>
                  <a:pt x="5071" y="831"/>
                </a:lnTo>
                <a:lnTo>
                  <a:pt x="5071" y="643"/>
                </a:lnTo>
                <a:lnTo>
                  <a:pt x="5141" y="643"/>
                </a:lnTo>
                <a:lnTo>
                  <a:pt x="5141" y="911"/>
                </a:lnTo>
                <a:lnTo>
                  <a:pt x="5179" y="911"/>
                </a:lnTo>
                <a:lnTo>
                  <a:pt x="5179" y="965"/>
                </a:lnTo>
                <a:lnTo>
                  <a:pt x="5253" y="965"/>
                </a:lnTo>
                <a:lnTo>
                  <a:pt x="5253" y="919"/>
                </a:lnTo>
                <a:lnTo>
                  <a:pt x="5410" y="919"/>
                </a:lnTo>
                <a:lnTo>
                  <a:pt x="5410" y="622"/>
                </a:lnTo>
                <a:lnTo>
                  <a:pt x="5530" y="622"/>
                </a:lnTo>
                <a:lnTo>
                  <a:pt x="5530" y="927"/>
                </a:lnTo>
                <a:lnTo>
                  <a:pt x="5783" y="927"/>
                </a:lnTo>
                <a:lnTo>
                  <a:pt x="5783" y="1078"/>
                </a:lnTo>
                <a:lnTo>
                  <a:pt x="0" y="1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8708" tIns="49354" rIns="98708" bIns="49354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94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-1" y="713953"/>
            <a:ext cx="10693401" cy="687130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08" tIns="49354" rIns="98708" bIns="4935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94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27178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99B5-235E-465E-9DC4-1C20C8F08F22}" type="datetimeFigureOut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663603" y="7008172"/>
            <a:ext cx="2495127" cy="402567"/>
          </a:xfrm>
        </p:spPr>
        <p:txBody>
          <a:bodyPr/>
          <a:lstStyle/>
          <a:p>
            <a:fld id="{C8C6753C-92C6-400D-90AA-DFAF8BBC746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92894" y="1041642"/>
            <a:ext cx="9707612" cy="357225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 marL="0" indent="0" algn="l" latinLnBrk="0">
              <a:lnSpc>
                <a:spcPct val="130000"/>
              </a:lnSpc>
              <a:spcBef>
                <a:spcPts val="0"/>
              </a:spcBef>
              <a:buFontTx/>
              <a:buNone/>
              <a:defRPr sz="1943" b="1" spc="-54" baseline="0">
                <a:solidFill>
                  <a:schemeClr val="tx2"/>
                </a:solidFill>
              </a:defRPr>
            </a:lvl1pPr>
            <a:lvl2pPr marL="736085" indent="-315464" algn="l">
              <a:buFont typeface="+mj-lt"/>
              <a:buAutoNum type="arabicParenR"/>
              <a:defRPr sz="1288">
                <a:solidFill>
                  <a:schemeClr val="tx1"/>
                </a:solidFill>
              </a:defRPr>
            </a:lvl2pPr>
            <a:lvl3pPr marL="1156707" indent="-315464" algn="l">
              <a:buFont typeface="+mj-lt"/>
              <a:buAutoNum type="arabicParenR"/>
              <a:defRPr sz="1288">
                <a:solidFill>
                  <a:schemeClr val="tx1"/>
                </a:solidFill>
              </a:defRPr>
            </a:lvl3pPr>
            <a:lvl4pPr marL="1577327" indent="-315464" algn="l">
              <a:buFont typeface="+mj-lt"/>
              <a:buAutoNum type="arabicParenR"/>
              <a:defRPr sz="1288">
                <a:solidFill>
                  <a:schemeClr val="tx1"/>
                </a:solidFill>
              </a:defRPr>
            </a:lvl4pPr>
            <a:lvl5pPr marL="1997947" indent="-315464" algn="l">
              <a:buFont typeface="+mj-lt"/>
              <a:buAutoNum type="arabicParenR"/>
              <a:defRPr sz="1288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14780" y="214335"/>
            <a:ext cx="10070894" cy="4961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87095" rtl="0"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  <a:defRPr lang="ko-KR" altLang="en-US" sz="2375" b="1" kern="1200" dirty="0">
                <a:solidFill>
                  <a:srgbClr val="164194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567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34988" y="303214"/>
            <a:ext cx="96234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988" y="7008814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829782" fontAlgn="auto">
              <a:spcBef>
                <a:spcPts val="0"/>
              </a:spcBef>
              <a:spcAft>
                <a:spcPts val="0"/>
              </a:spcAft>
              <a:defRPr kumimoji="0" sz="1114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FC1E438-944E-4017-9962-084764CB5C36}" type="datetimeFigureOut">
              <a:rPr lang="ko-KR" altLang="en-US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2839" y="7008814"/>
            <a:ext cx="3387725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829782" fontAlgn="auto">
              <a:spcBef>
                <a:spcPts val="0"/>
              </a:spcBef>
              <a:spcAft>
                <a:spcPts val="0"/>
              </a:spcAft>
              <a:defRPr kumimoji="0" sz="1114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2864" y="7008814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829782" fontAlgn="auto">
              <a:spcBef>
                <a:spcPts val="0"/>
              </a:spcBef>
              <a:spcAft>
                <a:spcPts val="0"/>
              </a:spcAft>
              <a:defRPr kumimoji="0" sz="1114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3301138-EE6F-4970-8C92-8C1D9C8F97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50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829728" rtl="0" eaLnBrk="0" fontAlgn="base" latinLnBrk="1" hangingPunct="0">
        <a:spcBef>
          <a:spcPct val="0"/>
        </a:spcBef>
        <a:spcAft>
          <a:spcPct val="0"/>
        </a:spcAft>
        <a:defRPr sz="397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829728" rtl="0" eaLnBrk="0" fontAlgn="base" latinLnBrk="1" hangingPunct="0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829728" rtl="0" eaLnBrk="0" fontAlgn="base" latinLnBrk="1" hangingPunct="0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829728" rtl="0" eaLnBrk="0" fontAlgn="base" latinLnBrk="1" hangingPunct="0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829728" rtl="0" eaLnBrk="0" fontAlgn="base" latinLnBrk="1" hangingPunct="0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63716" algn="ctr" defTabSz="829728" rtl="0" fontAlgn="base" latinLnBrk="1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27433" algn="ctr" defTabSz="829728" rtl="0" fontAlgn="base" latinLnBrk="1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091148" algn="ctr" defTabSz="829728" rtl="0" fontAlgn="base" latinLnBrk="1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454865" algn="ctr" defTabSz="829728" rtl="0" fontAlgn="base" latinLnBrk="1">
        <a:spcBef>
          <a:spcPct val="0"/>
        </a:spcBef>
        <a:spcAft>
          <a:spcPct val="0"/>
        </a:spcAft>
        <a:defRPr sz="3978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0674" indent="-310674" algn="l" defTabSz="82972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44" kern="1200">
          <a:solidFill>
            <a:schemeClr val="tx1"/>
          </a:solidFill>
          <a:latin typeface="+mn-lt"/>
          <a:ea typeface="+mn-ea"/>
          <a:cs typeface="+mn-cs"/>
        </a:defRPr>
      </a:lvl1pPr>
      <a:lvl2pPr marL="673128" indent="-258895" algn="l" defTabSz="82972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545" kern="1200">
          <a:solidFill>
            <a:schemeClr val="tx1"/>
          </a:solidFill>
          <a:latin typeface="+mn-lt"/>
          <a:ea typeface="+mn-ea"/>
          <a:cs typeface="+mn-cs"/>
        </a:defRPr>
      </a:lvl2pPr>
      <a:lvl3pPr marL="1036844" indent="-207116" algn="l" defTabSz="82972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148" kern="1200">
          <a:solidFill>
            <a:schemeClr val="tx1"/>
          </a:solidFill>
          <a:latin typeface="+mn-lt"/>
          <a:ea typeface="+mn-ea"/>
          <a:cs typeface="+mn-cs"/>
        </a:defRPr>
      </a:lvl3pPr>
      <a:lvl4pPr marL="1451076" indent="-207116" algn="l" defTabSz="82972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30" kern="1200">
          <a:solidFill>
            <a:schemeClr val="tx1"/>
          </a:solidFill>
          <a:latin typeface="+mn-lt"/>
          <a:ea typeface="+mn-ea"/>
          <a:cs typeface="+mn-cs"/>
        </a:defRPr>
      </a:lvl4pPr>
      <a:lvl5pPr marL="1866571" indent="-207116" algn="l" defTabSz="82972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30" kern="1200">
          <a:solidFill>
            <a:schemeClr val="tx1"/>
          </a:solidFill>
          <a:latin typeface="+mn-lt"/>
          <a:ea typeface="+mn-ea"/>
          <a:cs typeface="+mn-cs"/>
        </a:defRPr>
      </a:lvl5pPr>
      <a:lvl6pPr marL="2281900" indent="-207446" algn="l" defTabSz="829782" rtl="0" eaLnBrk="1" latinLnBrk="1" hangingPunct="1">
        <a:spcBef>
          <a:spcPct val="20000"/>
        </a:spcBef>
        <a:buFont typeface="Arial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6pPr>
      <a:lvl7pPr marL="2696791" indent="-207446" algn="l" defTabSz="829782" rtl="0" eaLnBrk="1" latinLnBrk="1" hangingPunct="1">
        <a:spcBef>
          <a:spcPct val="20000"/>
        </a:spcBef>
        <a:buFont typeface="Arial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7pPr>
      <a:lvl8pPr marL="3111682" indent="-207446" algn="l" defTabSz="829782" rtl="0" eaLnBrk="1" latinLnBrk="1" hangingPunct="1">
        <a:spcBef>
          <a:spcPct val="20000"/>
        </a:spcBef>
        <a:buFont typeface="Arial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8pPr>
      <a:lvl9pPr marL="3526574" indent="-207446" algn="l" defTabSz="829782" rtl="0" eaLnBrk="1" latinLnBrk="1" hangingPunct="1">
        <a:spcBef>
          <a:spcPct val="20000"/>
        </a:spcBef>
        <a:buFont typeface="Arial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1pPr>
      <a:lvl2pPr marL="414891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2pPr>
      <a:lvl3pPr marL="829782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3pPr>
      <a:lvl4pPr marL="1244673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4pPr>
      <a:lvl5pPr marL="1659564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5pPr>
      <a:lvl6pPr marL="2074455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6pPr>
      <a:lvl7pPr marL="2489346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7pPr>
      <a:lvl8pPr marL="2904237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8pPr>
      <a:lvl9pPr marL="3319128" algn="l" defTabSz="829782" rtl="0" eaLnBrk="1" latinLnBrk="1" hangingPunct="1">
        <a:defRPr sz="16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2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</p:sldLayoutIdLst>
  <p:hf hdr="0" ftr="0" dt="0"/>
  <p:txStyles>
    <p:titleStyle>
      <a:lvl1pPr algn="l" defTabSz="987071" rtl="0" eaLnBrk="1" latinLnBrk="1" hangingPunct="1">
        <a:spcBef>
          <a:spcPct val="0"/>
        </a:spcBef>
        <a:buNone/>
        <a:defRPr sz="3454" b="1" kern="1200" spc="-163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cs"/>
        </a:defRPr>
      </a:lvl1pPr>
    </p:titleStyle>
    <p:bodyStyle>
      <a:lvl1pPr marL="370151" indent="-370151" algn="l" defTabSz="987071" rtl="0" eaLnBrk="1" latinLnBrk="1" hangingPunct="1">
        <a:spcBef>
          <a:spcPct val="20000"/>
        </a:spcBef>
        <a:buFont typeface="Arial" pitchFamily="34" charset="0"/>
        <a:buChar char="•"/>
        <a:defRPr sz="3454" kern="1200" spc="-163">
          <a:solidFill>
            <a:schemeClr val="tx1"/>
          </a:solidFill>
          <a:latin typeface="+mn-ea"/>
          <a:ea typeface="+mn-ea"/>
          <a:cs typeface="+mn-cs"/>
        </a:defRPr>
      </a:lvl1pPr>
      <a:lvl2pPr marL="801995" indent="-308461" algn="l" defTabSz="987071" rtl="0" eaLnBrk="1" latinLnBrk="1" hangingPunct="1">
        <a:spcBef>
          <a:spcPct val="20000"/>
        </a:spcBef>
        <a:buFont typeface="Arial" pitchFamily="34" charset="0"/>
        <a:buChar char="–"/>
        <a:defRPr sz="3024" kern="1200" spc="-163">
          <a:solidFill>
            <a:schemeClr val="tx1"/>
          </a:solidFill>
          <a:latin typeface="+mn-ea"/>
          <a:ea typeface="+mn-ea"/>
          <a:cs typeface="+mn-cs"/>
        </a:defRPr>
      </a:lvl2pPr>
      <a:lvl3pPr marL="1233837" indent="-246767" algn="l" defTabSz="987071" rtl="0" eaLnBrk="1" latinLnBrk="1" hangingPunct="1">
        <a:spcBef>
          <a:spcPct val="20000"/>
        </a:spcBef>
        <a:buFont typeface="Arial" pitchFamily="34" charset="0"/>
        <a:buChar char="•"/>
        <a:defRPr sz="2592" kern="1200" spc="-163">
          <a:solidFill>
            <a:schemeClr val="tx1"/>
          </a:solidFill>
          <a:latin typeface="+mn-ea"/>
          <a:ea typeface="+mn-ea"/>
          <a:cs typeface="+mn-cs"/>
        </a:defRPr>
      </a:lvl3pPr>
      <a:lvl4pPr marL="1727373" indent="-246767" algn="l" defTabSz="987071" rtl="0" eaLnBrk="1" latinLnBrk="1" hangingPunct="1">
        <a:spcBef>
          <a:spcPct val="20000"/>
        </a:spcBef>
        <a:buFont typeface="Arial" pitchFamily="34" charset="0"/>
        <a:buChar char="–"/>
        <a:defRPr sz="2160" kern="1200" spc="-163">
          <a:solidFill>
            <a:schemeClr val="tx1"/>
          </a:solidFill>
          <a:latin typeface="+mn-ea"/>
          <a:ea typeface="+mn-ea"/>
          <a:cs typeface="+mn-cs"/>
        </a:defRPr>
      </a:lvl4pPr>
      <a:lvl5pPr marL="2220908" indent="-246767" algn="l" defTabSz="987071" rtl="0" eaLnBrk="1" latinLnBrk="1" hangingPunct="1">
        <a:spcBef>
          <a:spcPct val="20000"/>
        </a:spcBef>
        <a:buFont typeface="Arial" pitchFamily="34" charset="0"/>
        <a:buChar char="»"/>
        <a:defRPr sz="2160" kern="1200" spc="-163">
          <a:solidFill>
            <a:schemeClr val="tx1"/>
          </a:solidFill>
          <a:latin typeface="+mn-ea"/>
          <a:ea typeface="+mn-ea"/>
          <a:cs typeface="+mn-cs"/>
        </a:defRPr>
      </a:lvl5pPr>
      <a:lvl6pPr marL="2714444" indent="-246767" algn="l" defTabSz="987071" rtl="0" eaLnBrk="1" latinLnBrk="1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07976" indent="-246767" algn="l" defTabSz="987071" rtl="0" eaLnBrk="1" latinLnBrk="1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701513" indent="-246767" algn="l" defTabSz="987071" rtl="0" eaLnBrk="1" latinLnBrk="1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195048" indent="-246767" algn="l" defTabSz="987071" rtl="0" eaLnBrk="1" latinLnBrk="1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1pPr>
      <a:lvl2pPr marL="493537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2pPr>
      <a:lvl3pPr marL="987071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3pPr>
      <a:lvl4pPr marL="1480605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1974139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467675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2961210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454745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3948281" algn="l" defTabSz="987071" rtl="0" eaLnBrk="1" latinLnBrk="1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화살표: 아래쪽 170">
            <a:extLst>
              <a:ext uri="{FF2B5EF4-FFF2-40B4-BE49-F238E27FC236}">
                <a16:creationId xmlns:a16="http://schemas.microsoft.com/office/drawing/2014/main" id="{F5006B11-70BC-B6AF-8070-3453A3686452}"/>
              </a:ext>
            </a:extLst>
          </p:cNvPr>
          <p:cNvSpPr/>
          <p:nvPr/>
        </p:nvSpPr>
        <p:spPr>
          <a:xfrm rot="16200000">
            <a:off x="2070100" y="1790073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DE86B6DE-D49A-4FF9-BA44-7C30A3EE667D}"/>
              </a:ext>
            </a:extLst>
          </p:cNvPr>
          <p:cNvSpPr/>
          <p:nvPr/>
        </p:nvSpPr>
        <p:spPr>
          <a:xfrm rot="5400000">
            <a:off x="5591911" y="5351636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74" name="화살표: 아래쪽 173">
            <a:extLst>
              <a:ext uri="{FF2B5EF4-FFF2-40B4-BE49-F238E27FC236}">
                <a16:creationId xmlns:a16="http://schemas.microsoft.com/office/drawing/2014/main" id="{18669F15-471C-4793-C076-DBA891C4138E}"/>
              </a:ext>
            </a:extLst>
          </p:cNvPr>
          <p:cNvSpPr/>
          <p:nvPr/>
        </p:nvSpPr>
        <p:spPr>
          <a:xfrm rot="5400000">
            <a:off x="2108826" y="5319353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73" name="화살표: 아래쪽 172">
            <a:extLst>
              <a:ext uri="{FF2B5EF4-FFF2-40B4-BE49-F238E27FC236}">
                <a16:creationId xmlns:a16="http://schemas.microsoft.com/office/drawing/2014/main" id="{AAD615C3-BFC9-7C61-EE99-9C9AD8DF249D}"/>
              </a:ext>
            </a:extLst>
          </p:cNvPr>
          <p:cNvSpPr/>
          <p:nvPr/>
        </p:nvSpPr>
        <p:spPr>
          <a:xfrm rot="16200000">
            <a:off x="6974618" y="1810451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4C950E3C-21B6-82B1-16A8-3D1CBC7EDE1F}"/>
              </a:ext>
            </a:extLst>
          </p:cNvPr>
          <p:cNvSpPr/>
          <p:nvPr/>
        </p:nvSpPr>
        <p:spPr>
          <a:xfrm rot="16200000">
            <a:off x="4252390" y="1782123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52" name="Rectangle 7">
            <a:extLst>
              <a:ext uri="{FF2B5EF4-FFF2-40B4-BE49-F238E27FC236}">
                <a16:creationId xmlns:a16="http://schemas.microsoft.com/office/drawing/2014/main" id="{DCBCF85F-71D5-5351-6D86-C9ADC20C0195}"/>
              </a:ext>
            </a:extLst>
          </p:cNvPr>
          <p:cNvSpPr/>
          <p:nvPr/>
        </p:nvSpPr>
        <p:spPr>
          <a:xfrm>
            <a:off x="7398826" y="905772"/>
            <a:ext cx="2971995" cy="236327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" name="Rectangle 7">
            <a:extLst>
              <a:ext uri="{FF2B5EF4-FFF2-40B4-BE49-F238E27FC236}">
                <a16:creationId xmlns:a16="http://schemas.microsoft.com/office/drawing/2014/main" id="{D297033B-6B14-DFDD-D5A6-EC28C9788135}"/>
              </a:ext>
            </a:extLst>
          </p:cNvPr>
          <p:cNvSpPr/>
          <p:nvPr/>
        </p:nvSpPr>
        <p:spPr>
          <a:xfrm>
            <a:off x="4687243" y="882848"/>
            <a:ext cx="2263303" cy="236327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C0A19AF8-EC51-EA96-75EB-0A48FC1FB40E}"/>
              </a:ext>
            </a:extLst>
          </p:cNvPr>
          <p:cNvSpPr/>
          <p:nvPr/>
        </p:nvSpPr>
        <p:spPr>
          <a:xfrm>
            <a:off x="2486114" y="882848"/>
            <a:ext cx="1747504" cy="236327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0CD9DF-3EBD-9A12-DF2B-B17DB53E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Appendix&gt; </a:t>
            </a:r>
            <a:r>
              <a:rPr lang="en-US" altLang="ko-KR" sz="2400" dirty="0">
                <a:solidFill>
                  <a:schemeClr val="tx1"/>
                </a:solidFill>
                <a:latin typeface="+mn-ea"/>
                <a:ea typeface="+mn-ea"/>
              </a:rPr>
              <a:t>Algorithm Process</a:t>
            </a:r>
            <a:endParaRPr lang="ko-KR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495F54C-6276-2494-21AF-E0DC0E70D0A6}"/>
              </a:ext>
            </a:extLst>
          </p:cNvPr>
          <p:cNvGrpSpPr/>
          <p:nvPr/>
        </p:nvGrpSpPr>
        <p:grpSpPr>
          <a:xfrm>
            <a:off x="5352275" y="2540356"/>
            <a:ext cx="943176" cy="596203"/>
            <a:chOff x="4300990" y="2827320"/>
            <a:chExt cx="1610817" cy="1481484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2955855-8E65-9AAC-0FB0-616DA4CA2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682" y="2827320"/>
              <a:ext cx="1107583" cy="953311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426D9E8-9A85-4A39-6206-4AB18CAC5B6E}"/>
                </a:ext>
              </a:extLst>
            </p:cNvPr>
            <p:cNvSpPr/>
            <p:nvPr/>
          </p:nvSpPr>
          <p:spPr>
            <a:xfrm>
              <a:off x="4300990" y="2833679"/>
              <a:ext cx="1141502" cy="904616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1"/>
                  </a:solidFill>
                </a:ln>
                <a:noFill/>
                <a:latin typeface="+mn-ea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F3F915A-E350-80C7-13AF-371EA1BDB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2878" y="3067059"/>
              <a:ext cx="1107583" cy="953311"/>
            </a:xfrm>
            <a:prstGeom prst="rect">
              <a:avLst/>
            </a:prstGeom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321F5D4-028C-9291-89D0-8AD3C3C2F08C}"/>
                </a:ext>
              </a:extLst>
            </p:cNvPr>
            <p:cNvSpPr/>
            <p:nvPr/>
          </p:nvSpPr>
          <p:spPr>
            <a:xfrm>
              <a:off x="4535918" y="3067059"/>
              <a:ext cx="1141502" cy="904616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1"/>
                  </a:solidFill>
                </a:ln>
                <a:noFill/>
                <a:latin typeface="+mn-ea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AB841F2-B215-29CC-E3F1-27CA0B4B8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0301" y="3355493"/>
              <a:ext cx="1107583" cy="953311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84D454A-7927-A1C2-0916-902AA4EEC8FA}"/>
                </a:ext>
              </a:extLst>
            </p:cNvPr>
            <p:cNvSpPr/>
            <p:nvPr/>
          </p:nvSpPr>
          <p:spPr>
            <a:xfrm>
              <a:off x="4770305" y="3355493"/>
              <a:ext cx="1141502" cy="904616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1"/>
                  </a:solidFill>
                </a:ln>
                <a:noFill/>
                <a:latin typeface="+mn-ea"/>
              </a:endParaRPr>
            </a:p>
          </p:txBody>
        </p:sp>
      </p:grpSp>
      <p:sp>
        <p:nvSpPr>
          <p:cNvPr id="31" name="Rectangle 7">
            <a:extLst>
              <a:ext uri="{FF2B5EF4-FFF2-40B4-BE49-F238E27FC236}">
                <a16:creationId xmlns:a16="http://schemas.microsoft.com/office/drawing/2014/main" id="{1BCB9171-56F3-530C-58D1-F338A949C8E5}"/>
              </a:ext>
            </a:extLst>
          </p:cNvPr>
          <p:cNvSpPr/>
          <p:nvPr/>
        </p:nvSpPr>
        <p:spPr>
          <a:xfrm>
            <a:off x="4745970" y="1026978"/>
            <a:ext cx="2089296" cy="2279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sz="1200" b="1" kern="0" dirty="0">
                <a:latin typeface="+mn-ea"/>
              </a:rPr>
              <a:t>Window Segmentation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70330394-BFC9-41C8-C4EC-D2EA71F8F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537" y="1154013"/>
            <a:ext cx="1637158" cy="169594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6A6E81C-8BD5-E58A-9132-194BDCE8A35C}"/>
              </a:ext>
            </a:extLst>
          </p:cNvPr>
          <p:cNvSpPr txBox="1"/>
          <p:nvPr/>
        </p:nvSpPr>
        <p:spPr>
          <a:xfrm>
            <a:off x="2361581" y="3291522"/>
            <a:ext cx="203281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[Sensor Embeddings]</a:t>
            </a: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FBBD93A9-A239-423A-264A-297DA18111FC}"/>
              </a:ext>
            </a:extLst>
          </p:cNvPr>
          <p:cNvSpPr/>
          <p:nvPr/>
        </p:nvSpPr>
        <p:spPr>
          <a:xfrm>
            <a:off x="4745970" y="1418009"/>
            <a:ext cx="2089296" cy="2279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sz="1200" b="1" kern="0" dirty="0">
                <a:latin typeface="+mn-ea"/>
              </a:rPr>
              <a:t>Timeseries Transformation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38A78FB9-1D9E-A283-BB83-2B8EE0309815}"/>
              </a:ext>
            </a:extLst>
          </p:cNvPr>
          <p:cNvSpPr/>
          <p:nvPr/>
        </p:nvSpPr>
        <p:spPr>
          <a:xfrm>
            <a:off x="4745970" y="1831850"/>
            <a:ext cx="2089296" cy="2279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sz="1200" b="1" kern="0" dirty="0">
                <a:latin typeface="+mn-ea"/>
              </a:rPr>
              <a:t>Indicator Analysis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E4317BF-3A1B-8592-41F3-B97FA629A57C}"/>
              </a:ext>
            </a:extLst>
          </p:cNvPr>
          <p:cNvCxnSpPr>
            <a:stCxn id="31" idx="2"/>
            <a:endCxn id="35" idx="0"/>
          </p:cNvCxnSpPr>
          <p:nvPr/>
        </p:nvCxnSpPr>
        <p:spPr>
          <a:xfrm>
            <a:off x="5790618" y="1254958"/>
            <a:ext cx="0" cy="163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0492DD2-C98A-6CB1-4226-C0D01ED82DEA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5790618" y="1645989"/>
            <a:ext cx="0" cy="18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7">
            <a:extLst>
              <a:ext uri="{FF2B5EF4-FFF2-40B4-BE49-F238E27FC236}">
                <a16:creationId xmlns:a16="http://schemas.microsoft.com/office/drawing/2014/main" id="{E51FA104-332B-A155-9E19-2726759031AD}"/>
              </a:ext>
            </a:extLst>
          </p:cNvPr>
          <p:cNvSpPr/>
          <p:nvPr/>
        </p:nvSpPr>
        <p:spPr>
          <a:xfrm>
            <a:off x="4745970" y="2246179"/>
            <a:ext cx="2089296" cy="2279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sz="1200" b="1" kern="0" dirty="0">
                <a:latin typeface="+mn-ea"/>
              </a:rPr>
              <a:t>Indicator Identification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C556FA1-D41C-E3F1-0AF4-7612EA18F2C5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5790618" y="2059830"/>
            <a:ext cx="0" cy="18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C46714E-3A1C-012D-EE64-53150CBA7A1B}"/>
              </a:ext>
            </a:extLst>
          </p:cNvPr>
          <p:cNvSpPr txBox="1"/>
          <p:nvPr/>
        </p:nvSpPr>
        <p:spPr>
          <a:xfrm>
            <a:off x="4587297" y="3300587"/>
            <a:ext cx="247344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[Select Optimal Indicator]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B6FD05EC-9839-A20D-CBBE-32E7083918F3}"/>
              </a:ext>
            </a:extLst>
          </p:cNvPr>
          <p:cNvSpPr/>
          <p:nvPr/>
        </p:nvSpPr>
        <p:spPr>
          <a:xfrm>
            <a:off x="5983647" y="4384226"/>
            <a:ext cx="4412519" cy="259483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4FCD63C-EE22-4CCB-8B3C-1A75F45801FE}"/>
              </a:ext>
            </a:extLst>
          </p:cNvPr>
          <p:cNvSpPr/>
          <p:nvPr/>
        </p:nvSpPr>
        <p:spPr>
          <a:xfrm>
            <a:off x="7626157" y="4535354"/>
            <a:ext cx="274319" cy="2083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2A22604-C560-424A-1421-21CEBB7BB6D6}"/>
              </a:ext>
            </a:extLst>
          </p:cNvPr>
          <p:cNvSpPr/>
          <p:nvPr/>
        </p:nvSpPr>
        <p:spPr>
          <a:xfrm>
            <a:off x="8148463" y="5269794"/>
            <a:ext cx="274319" cy="2083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65347DC-3441-21C5-6A21-12442CC67EA2}"/>
              </a:ext>
            </a:extLst>
          </p:cNvPr>
          <p:cNvSpPr/>
          <p:nvPr/>
        </p:nvSpPr>
        <p:spPr>
          <a:xfrm>
            <a:off x="7778557" y="4687754"/>
            <a:ext cx="274319" cy="2083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62D6ED-DF3C-9E90-6F3F-091BA62F75B0}"/>
              </a:ext>
            </a:extLst>
          </p:cNvPr>
          <p:cNvSpPr txBox="1"/>
          <p:nvPr/>
        </p:nvSpPr>
        <p:spPr>
          <a:xfrm>
            <a:off x="305764" y="2908608"/>
            <a:ext cx="172510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[Real time Data]</a:t>
            </a:r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D92FBAD0-AAFA-A316-046F-2C0476074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730" y="961041"/>
            <a:ext cx="2837707" cy="1579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20CA64F-5775-A945-2F5F-508B70ACFF20}"/>
              </a:ext>
            </a:extLst>
          </p:cNvPr>
          <p:cNvSpPr txBox="1"/>
          <p:nvPr/>
        </p:nvSpPr>
        <p:spPr>
          <a:xfrm>
            <a:off x="7799787" y="3311785"/>
            <a:ext cx="247344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[Health Monitoring]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1F317B-EB5F-C36E-6496-3BF3AD980938}"/>
              </a:ext>
            </a:extLst>
          </p:cNvPr>
          <p:cNvSpPr txBox="1"/>
          <p:nvPr/>
        </p:nvSpPr>
        <p:spPr>
          <a:xfrm>
            <a:off x="7396391" y="2732617"/>
            <a:ext cx="297443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fontAlgn="ctr">
              <a:lnSpc>
                <a:spcPct val="120000"/>
              </a:lnSpc>
              <a:buNone/>
            </a:pPr>
            <a:r>
              <a:rPr lang="en-US" altLang="ko-KR" sz="1400" dirty="0" smtClean="0">
                <a:solidFill>
                  <a:srgbClr val="000000"/>
                </a:solidFill>
                <a:latin typeface="+mn-ea"/>
              </a:rPr>
              <a:t>Check </a:t>
            </a: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health status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+mn-ea"/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44C5B2-6E51-F0CB-0161-5FDF0988992C}"/>
              </a:ext>
            </a:extLst>
          </p:cNvPr>
          <p:cNvSpPr txBox="1"/>
          <p:nvPr/>
        </p:nvSpPr>
        <p:spPr>
          <a:xfrm>
            <a:off x="9048643" y="3640759"/>
            <a:ext cx="13475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Health Score </a:t>
            </a:r>
          </a:p>
          <a:p>
            <a:pPr algn="ctr" fontAlgn="ctr"/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(PASS or NG) </a:t>
            </a:r>
            <a:endParaRPr lang="en-US" altLang="ko-KR" sz="1200" b="1" i="0" u="none" strike="noStrike" dirty="0"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81E040-6CFC-6D0A-39C7-62AA5C38AB39}"/>
              </a:ext>
            </a:extLst>
          </p:cNvPr>
          <p:cNvSpPr txBox="1"/>
          <p:nvPr/>
        </p:nvSpPr>
        <p:spPr>
          <a:xfrm>
            <a:off x="6068042" y="7058865"/>
            <a:ext cx="4328123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solidFill>
                  <a:schemeClr val="tx2"/>
                </a:solidFill>
                <a:latin typeface="+mn-ea"/>
              </a:rPr>
              <a:t>[</a:t>
            </a:r>
            <a:r>
              <a:rPr lang="en-US" altLang="ko-KR" sz="1400" b="1" dirty="0">
                <a:latin typeface="+mn-ea"/>
              </a:rPr>
              <a:t>Multivariate Sensor Relationship Learning</a:t>
            </a:r>
            <a:r>
              <a:rPr lang="en-US" altLang="ko-KR" sz="1400" b="1" kern="0" dirty="0">
                <a:solidFill>
                  <a:schemeClr val="tx2"/>
                </a:solidFill>
                <a:latin typeface="+mn-ea"/>
              </a:rPr>
              <a:t>]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BDA1F9-FA8F-4493-E837-707C09DDDBB9}"/>
              </a:ext>
            </a:extLst>
          </p:cNvPr>
          <p:cNvSpPr txBox="1"/>
          <p:nvPr/>
        </p:nvSpPr>
        <p:spPr>
          <a:xfrm>
            <a:off x="5981402" y="4393663"/>
            <a:ext cx="33086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lnSpc>
                <a:spcPct val="12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1) Learn graph structure 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D530AEF-07AF-A46B-6E6D-BBC78E0ABA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5539" y="4791947"/>
            <a:ext cx="1145785" cy="85464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B090F40-FFB8-52C4-E50C-242066F080A4}"/>
              </a:ext>
            </a:extLst>
          </p:cNvPr>
          <p:cNvSpPr txBox="1"/>
          <p:nvPr/>
        </p:nvSpPr>
        <p:spPr>
          <a:xfrm>
            <a:off x="7481324" y="4805981"/>
            <a:ext cx="2914842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fontAlgn="ctr">
              <a:lnSpc>
                <a:spcPct val="120000"/>
              </a:lnSpc>
              <a:buNone/>
            </a:pPr>
            <a:r>
              <a:rPr lang="ko-KR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  </a:t>
            </a: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- Top-k Nearest Neighbor Construction </a:t>
            </a:r>
          </a:p>
          <a:p>
            <a:pPr marL="0" indent="0" algn="l" fontAlgn="ctr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Based on Cosine Similarity</a:t>
            </a:r>
          </a:p>
          <a:p>
            <a:pPr marL="0" indent="0" algn="l" fontAlgn="ctr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  - Sensor dependency graph</a:t>
            </a:r>
            <a:endParaRPr lang="en-US" altLang="ko-KR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fontAlgn="ctr">
              <a:lnSpc>
                <a:spcPct val="120000"/>
              </a:lnSpc>
              <a:buNone/>
            </a:pP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 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B1BD2D-FB4F-58B5-47FE-CE69A2B0A4A9}"/>
              </a:ext>
            </a:extLst>
          </p:cNvPr>
          <p:cNvSpPr txBox="1"/>
          <p:nvPr/>
        </p:nvSpPr>
        <p:spPr>
          <a:xfrm>
            <a:off x="5981403" y="5683198"/>
            <a:ext cx="33086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lnSpc>
                <a:spcPct val="12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2) Neural ODE (Causality graph)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28BAADA9-2A56-FBA7-EC6D-C23DBAD5E5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8042" y="6155292"/>
            <a:ext cx="2163381" cy="683522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B18173CF-0731-43EA-B010-2C372E2812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2782" y="6011324"/>
            <a:ext cx="1937645" cy="880413"/>
          </a:xfrm>
          <a:prstGeom prst="rect">
            <a:avLst/>
          </a:prstGeom>
        </p:spPr>
      </p:pic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59D364D1-1D1B-CFC7-69F1-EB139926BBFC}"/>
              </a:ext>
            </a:extLst>
          </p:cNvPr>
          <p:cNvCxnSpPr>
            <a:cxnSpLocks/>
          </p:cNvCxnSpPr>
          <p:nvPr/>
        </p:nvCxnSpPr>
        <p:spPr>
          <a:xfrm>
            <a:off x="8215520" y="6424921"/>
            <a:ext cx="215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7">
            <a:extLst>
              <a:ext uri="{FF2B5EF4-FFF2-40B4-BE49-F238E27FC236}">
                <a16:creationId xmlns:a16="http://schemas.microsoft.com/office/drawing/2014/main" id="{AFE4E699-8723-B89C-D341-0D557577CAA5}"/>
              </a:ext>
            </a:extLst>
          </p:cNvPr>
          <p:cNvSpPr/>
          <p:nvPr/>
        </p:nvSpPr>
        <p:spPr>
          <a:xfrm>
            <a:off x="2456996" y="4384226"/>
            <a:ext cx="3079079" cy="259483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0D880526-61F7-F110-1F4D-7FC8BA12AA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6059" y="4783984"/>
            <a:ext cx="2508614" cy="924695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B933A30C-A1B3-6A97-2ABC-13603D5F2C58}"/>
              </a:ext>
            </a:extLst>
          </p:cNvPr>
          <p:cNvSpPr txBox="1"/>
          <p:nvPr/>
        </p:nvSpPr>
        <p:spPr>
          <a:xfrm>
            <a:off x="2420240" y="4396067"/>
            <a:ext cx="3286842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lnSpc>
                <a:spcPct val="12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# Physical Feature–Driven Diagnosis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F8A20EB-196F-DA88-4C77-3BC8ED1F4364}"/>
              </a:ext>
            </a:extLst>
          </p:cNvPr>
          <p:cNvSpPr txBox="1"/>
          <p:nvPr/>
        </p:nvSpPr>
        <p:spPr>
          <a:xfrm>
            <a:off x="2448340" y="5829409"/>
            <a:ext cx="30790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ko-KR" sz="1400" dirty="0">
                <a:latin typeface="+mn-ea"/>
              </a:rPr>
              <a:t># We are currently testing </a:t>
            </a:r>
          </a:p>
          <a:p>
            <a:pPr fontAlgn="ctr"/>
            <a:r>
              <a:rPr lang="en-US" altLang="ko-KR" sz="1400" dirty="0">
                <a:latin typeface="+mn-ea"/>
              </a:rPr>
              <a:t>   ensemble model</a:t>
            </a:r>
          </a:p>
          <a:p>
            <a:pPr fontAlgn="ctr"/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Graph-attention based model</a:t>
            </a:r>
          </a:p>
          <a:p>
            <a:pPr fontAlgn="ctr"/>
            <a:r>
              <a:rPr lang="en-US" altLang="ko-KR" sz="1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 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+ Neural ODE based model + </a:t>
            </a:r>
          </a:p>
          <a:p>
            <a:pPr fontAlgn="ctr"/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    Domain Logic + etc</a:t>
            </a: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. 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73DECDD-6EA8-E423-D00C-8753C2EA51AC}"/>
              </a:ext>
            </a:extLst>
          </p:cNvPr>
          <p:cNvSpPr txBox="1"/>
          <p:nvPr/>
        </p:nvSpPr>
        <p:spPr>
          <a:xfrm>
            <a:off x="2531330" y="7058865"/>
            <a:ext cx="301525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solidFill>
                  <a:schemeClr val="tx2"/>
                </a:solidFill>
                <a:latin typeface="+mn-ea"/>
              </a:rPr>
              <a:t>[</a:t>
            </a:r>
            <a:r>
              <a:rPr lang="en-US" altLang="ko-KR" sz="1400" b="1" dirty="0">
                <a:latin typeface="+mn-ea"/>
              </a:rPr>
              <a:t>Fault Diagnosis</a:t>
            </a:r>
            <a:r>
              <a:rPr lang="en-US" altLang="ko-KR" sz="1400" b="1" kern="0" dirty="0">
                <a:solidFill>
                  <a:schemeClr val="tx2"/>
                </a:solidFill>
                <a:latin typeface="+mn-ea"/>
              </a:rPr>
              <a:t>]</a:t>
            </a:r>
          </a:p>
        </p:txBody>
      </p:sp>
      <p:pic>
        <p:nvPicPr>
          <p:cNvPr id="146" name="그림 145">
            <a:extLst>
              <a:ext uri="{FF2B5EF4-FFF2-40B4-BE49-F238E27FC236}">
                <a16:creationId xmlns:a16="http://schemas.microsoft.com/office/drawing/2014/main" id="{FE4AE416-F88C-BC72-0B06-12B2948B17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05" y="3972965"/>
            <a:ext cx="1964689" cy="2143060"/>
          </a:xfrm>
          <a:prstGeom prst="rect">
            <a:avLst/>
          </a:prstGeom>
        </p:spPr>
      </p:pic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904127A-8951-45DF-91B2-A91B41D64708}"/>
              </a:ext>
            </a:extLst>
          </p:cNvPr>
          <p:cNvSpPr/>
          <p:nvPr/>
        </p:nvSpPr>
        <p:spPr>
          <a:xfrm>
            <a:off x="673251" y="4302932"/>
            <a:ext cx="50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FFE0B586-82F1-E68A-B397-BBA358D0E937}"/>
              </a:ext>
            </a:extLst>
          </p:cNvPr>
          <p:cNvSpPr/>
          <p:nvPr/>
        </p:nvSpPr>
        <p:spPr>
          <a:xfrm>
            <a:off x="85105" y="4967869"/>
            <a:ext cx="113718" cy="15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73EACB5-6570-08E3-56B0-6DDD18C77727}"/>
              </a:ext>
            </a:extLst>
          </p:cNvPr>
          <p:cNvSpPr txBox="1"/>
          <p:nvPr/>
        </p:nvSpPr>
        <p:spPr>
          <a:xfrm>
            <a:off x="550607" y="4270608"/>
            <a:ext cx="741021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100" b="1" kern="0" dirty="0">
                <a:solidFill>
                  <a:srgbClr val="FF0000"/>
                </a:solidFill>
                <a:latin typeface="+mn-ea"/>
              </a:rPr>
              <a:t>Sensor </a:t>
            </a:r>
            <a:r>
              <a:rPr lang="en-US" altLang="ko-KR" sz="1200" b="1" kern="0" dirty="0">
                <a:solidFill>
                  <a:srgbClr val="FF0000"/>
                </a:solidFill>
                <a:latin typeface="+mn-ea"/>
              </a:rPr>
              <a:t>Error</a:t>
            </a:r>
          </a:p>
        </p:txBody>
      </p:sp>
      <p:sp>
        <p:nvSpPr>
          <p:cNvPr id="155" name="화살표: 아래쪽 154">
            <a:extLst>
              <a:ext uri="{FF2B5EF4-FFF2-40B4-BE49-F238E27FC236}">
                <a16:creationId xmlns:a16="http://schemas.microsoft.com/office/drawing/2014/main" id="{8854C885-394B-A69D-EE30-030F1150BBFE}"/>
              </a:ext>
            </a:extLst>
          </p:cNvPr>
          <p:cNvSpPr/>
          <p:nvPr/>
        </p:nvSpPr>
        <p:spPr>
          <a:xfrm>
            <a:off x="8755865" y="3713327"/>
            <a:ext cx="365760" cy="49474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0956348-6970-FE7B-CBCA-9190965940CE}"/>
              </a:ext>
            </a:extLst>
          </p:cNvPr>
          <p:cNvSpPr txBox="1"/>
          <p:nvPr/>
        </p:nvSpPr>
        <p:spPr>
          <a:xfrm>
            <a:off x="945047" y="4936415"/>
            <a:ext cx="160312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endParaRPr lang="en-US" altLang="ko-KR" sz="1100" kern="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D76217E-D8DB-0299-5A14-E2E524688416}"/>
              </a:ext>
            </a:extLst>
          </p:cNvPr>
          <p:cNvSpPr/>
          <p:nvPr/>
        </p:nvSpPr>
        <p:spPr>
          <a:xfrm>
            <a:off x="927564" y="4994634"/>
            <a:ext cx="212245" cy="135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56FC886B-C4D8-3D36-EA89-EBF0BF466BCD}"/>
              </a:ext>
            </a:extLst>
          </p:cNvPr>
          <p:cNvCxnSpPr>
            <a:cxnSpLocks/>
            <a:stCxn id="160" idx="0"/>
          </p:cNvCxnSpPr>
          <p:nvPr/>
        </p:nvCxnSpPr>
        <p:spPr>
          <a:xfrm>
            <a:off x="1025203" y="4936415"/>
            <a:ext cx="0" cy="251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3F6C46FA-29AD-7EA6-802A-B4419EF81C93}"/>
              </a:ext>
            </a:extLst>
          </p:cNvPr>
          <p:cNvSpPr/>
          <p:nvPr/>
        </p:nvSpPr>
        <p:spPr>
          <a:xfrm>
            <a:off x="674648" y="5462055"/>
            <a:ext cx="50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87EFA1D-F55A-F3B1-A10F-BAEFB14F49E2}"/>
              </a:ext>
            </a:extLst>
          </p:cNvPr>
          <p:cNvSpPr txBox="1"/>
          <p:nvPr/>
        </p:nvSpPr>
        <p:spPr>
          <a:xfrm>
            <a:off x="540099" y="5452512"/>
            <a:ext cx="74102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200" b="1" kern="0" dirty="0">
                <a:solidFill>
                  <a:srgbClr val="FF0000"/>
                </a:solidFill>
                <a:latin typeface="+mn-ea"/>
              </a:rPr>
              <a:t>Parts</a:t>
            </a:r>
          </a:p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200" b="1" kern="0" dirty="0">
                <a:solidFill>
                  <a:srgbClr val="FF0000"/>
                </a:solidFill>
                <a:latin typeface="+mn-ea"/>
              </a:rPr>
              <a:t>Failure</a:t>
            </a:r>
          </a:p>
        </p:txBody>
      </p:sp>
      <p:pic>
        <p:nvPicPr>
          <p:cNvPr id="157" name="그림 156">
            <a:extLst>
              <a:ext uri="{FF2B5EF4-FFF2-40B4-BE49-F238E27FC236}">
                <a16:creationId xmlns:a16="http://schemas.microsoft.com/office/drawing/2014/main" id="{B13BDEC5-D31D-CCFC-BE0E-7FE3472B42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06" y="6201397"/>
            <a:ext cx="1980824" cy="955717"/>
          </a:xfrm>
          <a:prstGeom prst="rect">
            <a:avLst/>
          </a:prstGeom>
        </p:spPr>
      </p:pic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B15D99DD-145B-1D3D-9815-E426D2AA0F57}"/>
              </a:ext>
            </a:extLst>
          </p:cNvPr>
          <p:cNvSpPr/>
          <p:nvPr/>
        </p:nvSpPr>
        <p:spPr>
          <a:xfrm>
            <a:off x="173497" y="6302851"/>
            <a:ext cx="1766136" cy="796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  <a:latin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3EA081D-13BE-0430-167A-E78BEC0A7BC0}"/>
              </a:ext>
            </a:extLst>
          </p:cNvPr>
          <p:cNvSpPr txBox="1"/>
          <p:nvPr/>
        </p:nvSpPr>
        <p:spPr>
          <a:xfrm>
            <a:off x="121871" y="6429336"/>
            <a:ext cx="186938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Fault Interpretation Based on Domain Logic</a:t>
            </a:r>
            <a:endParaRPr lang="en-US" altLang="ko-KR" sz="1200" b="1" kern="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DBF62A6-FF4C-66ED-91C7-57895FA9E7CD}"/>
              </a:ext>
            </a:extLst>
          </p:cNvPr>
          <p:cNvCxnSpPr>
            <a:cxnSpLocks/>
          </p:cNvCxnSpPr>
          <p:nvPr/>
        </p:nvCxnSpPr>
        <p:spPr>
          <a:xfrm>
            <a:off x="1040443" y="6060364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1BC130EC-AE0E-152F-C816-BE2E98F73939}"/>
              </a:ext>
            </a:extLst>
          </p:cNvPr>
          <p:cNvSpPr txBox="1"/>
          <p:nvPr/>
        </p:nvSpPr>
        <p:spPr>
          <a:xfrm>
            <a:off x="70246" y="7167401"/>
            <a:ext cx="186938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[Results]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4963628-C09C-FBD7-5EC4-71BED968CCA9}"/>
              </a:ext>
            </a:extLst>
          </p:cNvPr>
          <p:cNvSpPr txBox="1"/>
          <p:nvPr/>
        </p:nvSpPr>
        <p:spPr>
          <a:xfrm>
            <a:off x="930902" y="4901223"/>
            <a:ext cx="63546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75805" eaLnBrk="0" fontAlgn="base" latinLnBrk="0">
              <a:lnSpc>
                <a:spcPct val="90000"/>
              </a:lnSpc>
              <a:tabLst>
                <a:tab pos="1648585" algn="l"/>
              </a:tabLst>
              <a:defRPr/>
            </a:pPr>
            <a:r>
              <a:rPr lang="en-US" altLang="ko-KR" sz="1400" b="1" kern="0" dirty="0">
                <a:latin typeface="+mn-ea"/>
              </a:rPr>
              <a:t>or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85F4F8F-32DD-F82B-4D1C-F48E42D31F8E}"/>
              </a:ext>
            </a:extLst>
          </p:cNvPr>
          <p:cNvGrpSpPr/>
          <p:nvPr/>
        </p:nvGrpSpPr>
        <p:grpSpPr>
          <a:xfrm rot="10800000">
            <a:off x="9847749" y="152152"/>
            <a:ext cx="512678" cy="502596"/>
            <a:chOff x="9865722" y="7039653"/>
            <a:chExt cx="450944" cy="47303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517550B-EC92-488F-52D7-9ED7824629DE}"/>
                </a:ext>
              </a:extLst>
            </p:cNvPr>
            <p:cNvSpPr/>
            <p:nvPr/>
          </p:nvSpPr>
          <p:spPr bwMode="auto">
            <a:xfrm>
              <a:off x="9865722" y="7039653"/>
              <a:ext cx="450944" cy="473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  <a:prstDash val="dash"/>
            </a:ln>
          </p:spPr>
          <p:txBody>
            <a:bodyPr lIns="36000" tIns="36000" rIns="36000" bIns="36000" rtlCol="0" anchor="ctr"/>
            <a:lstStyle/>
            <a:p>
              <a:pPr algn="ctr" eaLnBrk="1" hangingPunct="1"/>
              <a:endParaRPr lang="ko-KR" altLang="en-US" sz="1000" dirty="0">
                <a:latin typeface="+mn-ea"/>
              </a:endParaRPr>
            </a:p>
          </p:txBody>
        </p:sp>
        <p:sp>
          <p:nvSpPr>
            <p:cNvPr id="5" name="이등변 삼각형 4">
              <a:hlinkClick r:id="" action="ppaction://noaction"/>
              <a:extLst>
                <a:ext uri="{FF2B5EF4-FFF2-40B4-BE49-F238E27FC236}">
                  <a16:creationId xmlns:a16="http://schemas.microsoft.com/office/drawing/2014/main" id="{49AA9759-61B2-5B14-9BBF-4C83BD2E1A9F}"/>
                </a:ext>
              </a:extLst>
            </p:cNvPr>
            <p:cNvSpPr/>
            <p:nvPr/>
          </p:nvSpPr>
          <p:spPr bwMode="auto">
            <a:xfrm rot="5400000">
              <a:off x="9921164" y="7113837"/>
              <a:ext cx="390982" cy="355238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txBody>
            <a:bodyPr lIns="36000" tIns="36000" rIns="36000" bIns="36000" rtlCol="0" anchor="ctr"/>
            <a:lstStyle/>
            <a:p>
              <a:pPr algn="ctr" eaLnBrk="1" hangingPunct="1"/>
              <a:endParaRPr lang="ko-KR" altLang="en-US" sz="1000" dirty="0">
                <a:latin typeface="+mn-ea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99D1028-B11D-4DEB-9DD7-F2E933A912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1405031"/>
            <a:ext cx="1422234" cy="143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3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>
            <a:ln>
              <a:solidFill>
                <a:schemeClr val="tx1"/>
              </a:solidFill>
            </a:ln>
            <a:noFill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 cap="flat">
          <a:solidFill>
            <a:schemeClr val="bg1">
              <a:lumMod val="65000"/>
            </a:schemeClr>
          </a:solidFill>
          <a:prstDash val="dash"/>
          <a:headEnd w="sm" len="sm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12041</TotalTime>
  <Words>125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Wingdings</vt:lpstr>
      <vt:lpstr>1_Office 테마</vt:lpstr>
      <vt:lpstr>2_Office 테마</vt:lpstr>
      <vt:lpstr>Appendix&gt; Algorithm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최현석</dc:creator>
  <cp:lastModifiedBy>human</cp:lastModifiedBy>
  <cp:revision>2956</cp:revision>
  <dcterms:created xsi:type="dcterms:W3CDTF">2025-04-28T02:58:35Z</dcterms:created>
  <dcterms:modified xsi:type="dcterms:W3CDTF">2026-04-09T06:02:14Z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c15ac8-59b2-402a-b3ca-968948b18bbc_Enabled">
    <vt:lpwstr>true</vt:lpwstr>
  </property>
  <property fmtid="{D5CDD505-2E9C-101B-9397-08002B2CF9AE}" pid="3" name="MSIP_Label_e9c15ac8-59b2-402a-b3ca-968948b18bbc_SetDate">
    <vt:lpwstr>2025-07-18T10:09:25Z</vt:lpwstr>
  </property>
  <property fmtid="{D5CDD505-2E9C-101B-9397-08002B2CF9AE}" pid="4" name="MSIP_Label_e9c15ac8-59b2-402a-b3ca-968948b18bbc_Method">
    <vt:lpwstr>Privileged</vt:lpwstr>
  </property>
  <property fmtid="{D5CDD505-2E9C-101B-9397-08002B2CF9AE}" pid="5" name="MSIP_Label_e9c15ac8-59b2-402a-b3ca-968948b18bbc_Name">
    <vt:lpwstr>공개</vt:lpwstr>
  </property>
  <property fmtid="{D5CDD505-2E9C-101B-9397-08002B2CF9AE}" pid="6" name="MSIP_Label_e9c15ac8-59b2-402a-b3ca-968948b18bbc_SiteId">
    <vt:lpwstr>226818e0-c13f-4c38-940b-3fd763f11613</vt:lpwstr>
  </property>
  <property fmtid="{D5CDD505-2E9C-101B-9397-08002B2CF9AE}" pid="7" name="MSIP_Label_e9c15ac8-59b2-402a-b3ca-968948b18bbc_ActionId">
    <vt:lpwstr>be12ba1f-b117-4396-824d-a8f16f78a3d3</vt:lpwstr>
  </property>
  <property fmtid="{D5CDD505-2E9C-101B-9397-08002B2CF9AE}" pid="8" name="MSIP_Label_e9c15ac8-59b2-402a-b3ca-968948b18bbc_ContentBits">
    <vt:lpwstr>0</vt:lpwstr>
  </property>
  <property fmtid="{D5CDD505-2E9C-101B-9397-08002B2CF9AE}" pid="9" name="MSIP_Label_e9c15ac8-59b2-402a-b3ca-968948b18bbc_Tag">
    <vt:lpwstr>10, 0, 1, 1</vt:lpwstr>
  </property>
</Properties>
</file>
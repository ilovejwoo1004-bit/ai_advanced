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5"/>
  </p:notesMasterIdLst>
  <p:handoutMasterIdLst>
    <p:handoutMasterId r:id="rId6"/>
  </p:handoutMasterIdLst>
  <p:sldIdLst>
    <p:sldId id="1126" r:id="rId2"/>
    <p:sldId id="1155" r:id="rId3"/>
    <p:sldId id="1129" r:id="rId4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orient="horz" pos="391">
          <p15:clr>
            <a:srgbClr val="A4A3A4"/>
          </p15:clr>
        </p15:guide>
        <p15:guide id="3" orient="horz" pos="1661">
          <p15:clr>
            <a:srgbClr val="A4A3A4"/>
          </p15:clr>
        </p15:guide>
        <p15:guide id="4" orient="horz" pos="3158">
          <p15:clr>
            <a:srgbClr val="A4A3A4"/>
          </p15:clr>
        </p15:guide>
        <p15:guide id="5" orient="horz" pos="709">
          <p15:clr>
            <a:srgbClr val="A4A3A4"/>
          </p15:clr>
        </p15:guide>
        <p15:guide id="6" pos="217" userDrawn="1">
          <p15:clr>
            <a:srgbClr val="A4A3A4"/>
          </p15:clr>
        </p15:guide>
        <p15:guide id="8" pos="2984">
          <p15:clr>
            <a:srgbClr val="A4A3A4"/>
          </p15:clr>
        </p15:guide>
        <p15:guide id="9" pos="3075">
          <p15:clr>
            <a:srgbClr val="A4A3A4"/>
          </p15:clr>
        </p15:guide>
        <p15:guide id="10" pos="602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C6D9F1"/>
    <a:srgbClr val="2948E3"/>
    <a:srgbClr val="FF0000"/>
    <a:srgbClr val="DBEEF4"/>
    <a:srgbClr val="FFFF00"/>
    <a:srgbClr val="A6A6A6"/>
    <a:srgbClr val="DCE6F2"/>
    <a:srgbClr val="3A7CCB"/>
    <a:srgbClr val="115F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545" autoAdjust="0"/>
    <p:restoredTop sz="95184" autoAdjust="0"/>
  </p:normalViewPr>
  <p:slideViewPr>
    <p:cSldViewPr>
      <p:cViewPr varScale="1">
        <p:scale>
          <a:sx n="115" d="100"/>
          <a:sy n="115" d="100"/>
        </p:scale>
        <p:origin x="1854" y="108"/>
      </p:cViewPr>
      <p:guideLst>
        <p:guide orient="horz" pos="3838"/>
        <p:guide orient="horz" pos="391"/>
        <p:guide orient="horz" pos="1661"/>
        <p:guide orient="horz" pos="3158"/>
        <p:guide orient="horz" pos="709"/>
        <p:guide pos="217"/>
        <p:guide pos="2984"/>
        <p:guide pos="3075"/>
        <p:guide pos="602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64" d="100"/>
          <a:sy n="64" d="100"/>
        </p:scale>
        <p:origin x="3192" y="8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7A86675-2659-0002-E916-11C5B6A1E4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2FD821-AA04-BF1D-D279-CDE09B7C5C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30D59-D4A6-436B-95F8-DF25C7B1D418}" type="datetimeFigureOut">
              <a:rPr lang="ko-KR" altLang="en-US" smtClean="0"/>
              <a:t>2026-07-27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DD5DD1-791F-D28F-27CD-A66A93FE35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53581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AE3F4B-5518-4BA6-B131-D4A91D778DE5}" type="datetimeFigureOut">
              <a:rPr lang="ko-KR" altLang="en-US" smtClean="0"/>
              <a:pPr/>
              <a:t>2026-07-27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8445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순서도: 수동 입력 9"/>
          <p:cNvSpPr/>
          <p:nvPr userDrawn="1"/>
        </p:nvSpPr>
        <p:spPr>
          <a:xfrm>
            <a:off x="5" y="5421861"/>
            <a:ext cx="9922451" cy="1420944"/>
          </a:xfrm>
          <a:prstGeom prst="flowChartManualInpu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85247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 flipV="1">
            <a:off x="0" y="0"/>
            <a:ext cx="9906000" cy="53887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881120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/>
          <p:cNvSpPr>
            <a:spLocks noEditPoints="1"/>
          </p:cNvSpPr>
          <p:nvPr userDrawn="1"/>
        </p:nvSpPr>
        <p:spPr bwMode="auto">
          <a:xfrm>
            <a:off x="7649348" y="3861048"/>
            <a:ext cx="2330100" cy="2996952"/>
          </a:xfrm>
          <a:custGeom>
            <a:avLst/>
            <a:gdLst>
              <a:gd name="T0" fmla="*/ 597 w 762"/>
              <a:gd name="T1" fmla="*/ 859 h 978"/>
              <a:gd name="T2" fmla="*/ 648 w 762"/>
              <a:gd name="T3" fmla="*/ 788 h 978"/>
              <a:gd name="T4" fmla="*/ 599 w 762"/>
              <a:gd name="T5" fmla="*/ 788 h 978"/>
              <a:gd name="T6" fmla="*/ 607 w 762"/>
              <a:gd name="T7" fmla="*/ 831 h 978"/>
              <a:gd name="T8" fmla="*/ 672 w 762"/>
              <a:gd name="T9" fmla="*/ 716 h 978"/>
              <a:gd name="T10" fmla="*/ 509 w 762"/>
              <a:gd name="T11" fmla="*/ 627 h 978"/>
              <a:gd name="T12" fmla="*/ 431 w 762"/>
              <a:gd name="T13" fmla="*/ 720 h 978"/>
              <a:gd name="T14" fmla="*/ 519 w 762"/>
              <a:gd name="T15" fmla="*/ 793 h 978"/>
              <a:gd name="T16" fmla="*/ 488 w 762"/>
              <a:gd name="T17" fmla="*/ 781 h 978"/>
              <a:gd name="T18" fmla="*/ 478 w 762"/>
              <a:gd name="T19" fmla="*/ 812 h 978"/>
              <a:gd name="T20" fmla="*/ 538 w 762"/>
              <a:gd name="T21" fmla="*/ 933 h 978"/>
              <a:gd name="T22" fmla="*/ 476 w 762"/>
              <a:gd name="T23" fmla="*/ 589 h 978"/>
              <a:gd name="T24" fmla="*/ 551 w 762"/>
              <a:gd name="T25" fmla="*/ 523 h 978"/>
              <a:gd name="T26" fmla="*/ 457 w 762"/>
              <a:gd name="T27" fmla="*/ 514 h 978"/>
              <a:gd name="T28" fmla="*/ 440 w 762"/>
              <a:gd name="T29" fmla="*/ 465 h 978"/>
              <a:gd name="T30" fmla="*/ 530 w 762"/>
              <a:gd name="T31" fmla="*/ 144 h 978"/>
              <a:gd name="T32" fmla="*/ 187 w 762"/>
              <a:gd name="T33" fmla="*/ 148 h 978"/>
              <a:gd name="T34" fmla="*/ 297 w 762"/>
              <a:gd name="T35" fmla="*/ 637 h 978"/>
              <a:gd name="T36" fmla="*/ 241 w 762"/>
              <a:gd name="T37" fmla="*/ 532 h 978"/>
              <a:gd name="T38" fmla="*/ 100 w 762"/>
              <a:gd name="T39" fmla="*/ 495 h 978"/>
              <a:gd name="T40" fmla="*/ 92 w 762"/>
              <a:gd name="T41" fmla="*/ 642 h 978"/>
              <a:gd name="T42" fmla="*/ 236 w 762"/>
              <a:gd name="T43" fmla="*/ 934 h 978"/>
              <a:gd name="T44" fmla="*/ 180 w 762"/>
              <a:gd name="T45" fmla="*/ 920 h 978"/>
              <a:gd name="T46" fmla="*/ 197 w 762"/>
              <a:gd name="T47" fmla="*/ 903 h 978"/>
              <a:gd name="T48" fmla="*/ 185 w 762"/>
              <a:gd name="T49" fmla="*/ 898 h 978"/>
              <a:gd name="T50" fmla="*/ 181 w 762"/>
              <a:gd name="T51" fmla="*/ 911 h 978"/>
              <a:gd name="T52" fmla="*/ 188 w 762"/>
              <a:gd name="T53" fmla="*/ 892 h 978"/>
              <a:gd name="T54" fmla="*/ 178 w 762"/>
              <a:gd name="T55" fmla="*/ 867 h 978"/>
              <a:gd name="T56" fmla="*/ 143 w 762"/>
              <a:gd name="T57" fmla="*/ 878 h 978"/>
              <a:gd name="T58" fmla="*/ 163 w 762"/>
              <a:gd name="T59" fmla="*/ 907 h 978"/>
              <a:gd name="T60" fmla="*/ 158 w 762"/>
              <a:gd name="T61" fmla="*/ 898 h 978"/>
              <a:gd name="T62" fmla="*/ 151 w 762"/>
              <a:gd name="T63" fmla="*/ 904 h 978"/>
              <a:gd name="T64" fmla="*/ 169 w 762"/>
              <a:gd name="T65" fmla="*/ 911 h 978"/>
              <a:gd name="T66" fmla="*/ 148 w 762"/>
              <a:gd name="T67" fmla="*/ 853 h 978"/>
              <a:gd name="T68" fmla="*/ 172 w 762"/>
              <a:gd name="T69" fmla="*/ 837 h 978"/>
              <a:gd name="T70" fmla="*/ 151 w 762"/>
              <a:gd name="T71" fmla="*/ 832 h 978"/>
              <a:gd name="T72" fmla="*/ 146 w 762"/>
              <a:gd name="T73" fmla="*/ 852 h 978"/>
              <a:gd name="T74" fmla="*/ 184 w 762"/>
              <a:gd name="T75" fmla="*/ 757 h 978"/>
              <a:gd name="T76" fmla="*/ 86 w 762"/>
              <a:gd name="T77" fmla="*/ 745 h 978"/>
              <a:gd name="T78" fmla="*/ 105 w 762"/>
              <a:gd name="T79" fmla="*/ 821 h 978"/>
              <a:gd name="T80" fmla="*/ 101 w 762"/>
              <a:gd name="T81" fmla="*/ 846 h 978"/>
              <a:gd name="T82" fmla="*/ 72 w 762"/>
              <a:gd name="T83" fmla="*/ 820 h 978"/>
              <a:gd name="T84" fmla="*/ 47 w 762"/>
              <a:gd name="T85" fmla="*/ 861 h 978"/>
              <a:gd name="T86" fmla="*/ 102 w 762"/>
              <a:gd name="T87" fmla="*/ 931 h 978"/>
              <a:gd name="T88" fmla="*/ 535 w 762"/>
              <a:gd name="T89" fmla="*/ 970 h 978"/>
              <a:gd name="T90" fmla="*/ 153 w 762"/>
              <a:gd name="T91" fmla="*/ 645 h 978"/>
              <a:gd name="T92" fmla="*/ 547 w 762"/>
              <a:gd name="T93" fmla="*/ 807 h 978"/>
              <a:gd name="T94" fmla="*/ 546 w 762"/>
              <a:gd name="T95" fmla="*/ 783 h 978"/>
              <a:gd name="T96" fmla="*/ 547 w 762"/>
              <a:gd name="T97" fmla="*/ 800 h 978"/>
              <a:gd name="T98" fmla="*/ 548 w 762"/>
              <a:gd name="T99" fmla="*/ 809 h 978"/>
              <a:gd name="T100" fmla="*/ 390 w 762"/>
              <a:gd name="T101" fmla="*/ 502 h 978"/>
              <a:gd name="T102" fmla="*/ 353 w 762"/>
              <a:gd name="T103" fmla="*/ 568 h 978"/>
              <a:gd name="T104" fmla="*/ 351 w 762"/>
              <a:gd name="T105" fmla="*/ 565 h 978"/>
              <a:gd name="T106" fmla="*/ 354 w 762"/>
              <a:gd name="T107" fmla="*/ 543 h 978"/>
              <a:gd name="T108" fmla="*/ 402 w 762"/>
              <a:gd name="T109" fmla="*/ 476 h 978"/>
              <a:gd name="T110" fmla="*/ 170 w 762"/>
              <a:gd name="T111" fmla="*/ 900 h 978"/>
              <a:gd name="T112" fmla="*/ 170 w 762"/>
              <a:gd name="T113" fmla="*/ 906 h 978"/>
              <a:gd name="T114" fmla="*/ 128 w 762"/>
              <a:gd name="T115" fmla="*/ 841 h 978"/>
              <a:gd name="T116" fmla="*/ 122 w 762"/>
              <a:gd name="T117" fmla="*/ 847 h 978"/>
              <a:gd name="T118" fmla="*/ 123 w 762"/>
              <a:gd name="T119" fmla="*/ 838 h 978"/>
              <a:gd name="T120" fmla="*/ 127 w 762"/>
              <a:gd name="T121" fmla="*/ 826 h 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762" h="978">
                <a:moveTo>
                  <a:pt x="696" y="951"/>
                </a:moveTo>
                <a:cubicBezTo>
                  <a:pt x="665" y="949"/>
                  <a:pt x="635" y="945"/>
                  <a:pt x="608" y="941"/>
                </a:cubicBezTo>
                <a:cubicBezTo>
                  <a:pt x="605" y="940"/>
                  <a:pt x="601" y="939"/>
                  <a:pt x="592" y="939"/>
                </a:cubicBezTo>
                <a:cubicBezTo>
                  <a:pt x="576" y="937"/>
                  <a:pt x="578" y="927"/>
                  <a:pt x="578" y="927"/>
                </a:cubicBezTo>
                <a:cubicBezTo>
                  <a:pt x="578" y="927"/>
                  <a:pt x="577" y="927"/>
                  <a:pt x="577" y="927"/>
                </a:cubicBezTo>
                <a:cubicBezTo>
                  <a:pt x="578" y="915"/>
                  <a:pt x="577" y="898"/>
                  <a:pt x="575" y="875"/>
                </a:cubicBezTo>
                <a:cubicBezTo>
                  <a:pt x="578" y="872"/>
                  <a:pt x="583" y="867"/>
                  <a:pt x="589" y="864"/>
                </a:cubicBezTo>
                <a:cubicBezTo>
                  <a:pt x="591" y="863"/>
                  <a:pt x="593" y="862"/>
                  <a:pt x="596" y="860"/>
                </a:cubicBezTo>
                <a:cubicBezTo>
                  <a:pt x="595" y="862"/>
                  <a:pt x="595" y="862"/>
                  <a:pt x="597" y="859"/>
                </a:cubicBezTo>
                <a:cubicBezTo>
                  <a:pt x="605" y="853"/>
                  <a:pt x="615" y="844"/>
                  <a:pt x="623" y="835"/>
                </a:cubicBezTo>
                <a:cubicBezTo>
                  <a:pt x="627" y="835"/>
                  <a:pt x="631" y="834"/>
                  <a:pt x="634" y="832"/>
                </a:cubicBezTo>
                <a:cubicBezTo>
                  <a:pt x="636" y="833"/>
                  <a:pt x="638" y="834"/>
                  <a:pt x="641" y="834"/>
                </a:cubicBezTo>
                <a:cubicBezTo>
                  <a:pt x="646" y="834"/>
                  <a:pt x="651" y="830"/>
                  <a:pt x="652" y="825"/>
                </a:cubicBezTo>
                <a:cubicBezTo>
                  <a:pt x="654" y="826"/>
                  <a:pt x="656" y="826"/>
                  <a:pt x="658" y="826"/>
                </a:cubicBezTo>
                <a:cubicBezTo>
                  <a:pt x="667" y="826"/>
                  <a:pt x="673" y="820"/>
                  <a:pt x="673" y="812"/>
                </a:cubicBezTo>
                <a:cubicBezTo>
                  <a:pt x="673" y="804"/>
                  <a:pt x="667" y="797"/>
                  <a:pt x="660" y="797"/>
                </a:cubicBezTo>
                <a:cubicBezTo>
                  <a:pt x="659" y="792"/>
                  <a:pt x="654" y="788"/>
                  <a:pt x="649" y="788"/>
                </a:cubicBezTo>
                <a:cubicBezTo>
                  <a:pt x="648" y="788"/>
                  <a:pt x="648" y="788"/>
                  <a:pt x="648" y="788"/>
                </a:cubicBezTo>
                <a:cubicBezTo>
                  <a:pt x="647" y="788"/>
                  <a:pt x="646" y="788"/>
                  <a:pt x="645" y="788"/>
                </a:cubicBezTo>
                <a:cubicBezTo>
                  <a:pt x="645" y="788"/>
                  <a:pt x="645" y="788"/>
                  <a:pt x="645" y="788"/>
                </a:cubicBezTo>
                <a:cubicBezTo>
                  <a:pt x="645" y="784"/>
                  <a:pt x="641" y="782"/>
                  <a:pt x="637" y="782"/>
                </a:cubicBezTo>
                <a:cubicBezTo>
                  <a:pt x="637" y="782"/>
                  <a:pt x="637" y="782"/>
                  <a:pt x="637" y="782"/>
                </a:cubicBezTo>
                <a:cubicBezTo>
                  <a:pt x="637" y="774"/>
                  <a:pt x="630" y="767"/>
                  <a:pt x="622" y="767"/>
                </a:cubicBezTo>
                <a:cubicBezTo>
                  <a:pt x="616" y="767"/>
                  <a:pt x="611" y="771"/>
                  <a:pt x="609" y="776"/>
                </a:cubicBezTo>
                <a:cubicBezTo>
                  <a:pt x="608" y="776"/>
                  <a:pt x="608" y="776"/>
                  <a:pt x="608" y="776"/>
                </a:cubicBezTo>
                <a:cubicBezTo>
                  <a:pt x="603" y="776"/>
                  <a:pt x="598" y="780"/>
                  <a:pt x="598" y="786"/>
                </a:cubicBezTo>
                <a:cubicBezTo>
                  <a:pt x="598" y="786"/>
                  <a:pt x="598" y="787"/>
                  <a:pt x="599" y="788"/>
                </a:cubicBezTo>
                <a:cubicBezTo>
                  <a:pt x="595" y="789"/>
                  <a:pt x="592" y="791"/>
                  <a:pt x="590" y="794"/>
                </a:cubicBezTo>
                <a:cubicBezTo>
                  <a:pt x="589" y="794"/>
                  <a:pt x="589" y="794"/>
                  <a:pt x="588" y="795"/>
                </a:cubicBezTo>
                <a:cubicBezTo>
                  <a:pt x="588" y="795"/>
                  <a:pt x="588" y="795"/>
                  <a:pt x="587" y="795"/>
                </a:cubicBezTo>
                <a:cubicBezTo>
                  <a:pt x="583" y="795"/>
                  <a:pt x="580" y="798"/>
                  <a:pt x="580" y="802"/>
                </a:cubicBezTo>
                <a:cubicBezTo>
                  <a:pt x="580" y="803"/>
                  <a:pt x="580" y="804"/>
                  <a:pt x="580" y="805"/>
                </a:cubicBezTo>
                <a:cubicBezTo>
                  <a:pt x="578" y="807"/>
                  <a:pt x="577" y="810"/>
                  <a:pt x="577" y="813"/>
                </a:cubicBezTo>
                <a:cubicBezTo>
                  <a:pt x="577" y="821"/>
                  <a:pt x="584" y="828"/>
                  <a:pt x="592" y="828"/>
                </a:cubicBezTo>
                <a:cubicBezTo>
                  <a:pt x="595" y="828"/>
                  <a:pt x="598" y="827"/>
                  <a:pt x="600" y="826"/>
                </a:cubicBezTo>
                <a:cubicBezTo>
                  <a:pt x="602" y="828"/>
                  <a:pt x="605" y="830"/>
                  <a:pt x="607" y="831"/>
                </a:cubicBezTo>
                <a:cubicBezTo>
                  <a:pt x="606" y="837"/>
                  <a:pt x="605" y="844"/>
                  <a:pt x="602" y="850"/>
                </a:cubicBezTo>
                <a:cubicBezTo>
                  <a:pt x="594" y="855"/>
                  <a:pt x="585" y="860"/>
                  <a:pt x="573" y="864"/>
                </a:cubicBezTo>
                <a:cubicBezTo>
                  <a:pt x="572" y="854"/>
                  <a:pt x="570" y="843"/>
                  <a:pt x="567" y="832"/>
                </a:cubicBezTo>
                <a:cubicBezTo>
                  <a:pt x="559" y="796"/>
                  <a:pt x="559" y="780"/>
                  <a:pt x="560" y="773"/>
                </a:cubicBezTo>
                <a:cubicBezTo>
                  <a:pt x="564" y="772"/>
                  <a:pt x="569" y="770"/>
                  <a:pt x="574" y="768"/>
                </a:cubicBezTo>
                <a:cubicBezTo>
                  <a:pt x="578" y="771"/>
                  <a:pt x="584" y="772"/>
                  <a:pt x="590" y="772"/>
                </a:cubicBezTo>
                <a:cubicBezTo>
                  <a:pt x="603" y="772"/>
                  <a:pt x="615" y="763"/>
                  <a:pt x="619" y="751"/>
                </a:cubicBezTo>
                <a:cubicBezTo>
                  <a:pt x="624" y="753"/>
                  <a:pt x="629" y="754"/>
                  <a:pt x="634" y="754"/>
                </a:cubicBezTo>
                <a:cubicBezTo>
                  <a:pt x="655" y="754"/>
                  <a:pt x="672" y="737"/>
                  <a:pt x="672" y="716"/>
                </a:cubicBezTo>
                <a:cubicBezTo>
                  <a:pt x="672" y="697"/>
                  <a:pt x="657" y="680"/>
                  <a:pt x="638" y="679"/>
                </a:cubicBezTo>
                <a:cubicBezTo>
                  <a:pt x="635" y="667"/>
                  <a:pt x="624" y="657"/>
                  <a:pt x="611" y="657"/>
                </a:cubicBezTo>
                <a:cubicBezTo>
                  <a:pt x="609" y="657"/>
                  <a:pt x="608" y="658"/>
                  <a:pt x="606" y="658"/>
                </a:cubicBezTo>
                <a:cubicBezTo>
                  <a:pt x="605" y="658"/>
                  <a:pt x="603" y="657"/>
                  <a:pt x="602" y="657"/>
                </a:cubicBezTo>
                <a:cubicBezTo>
                  <a:pt x="602" y="657"/>
                  <a:pt x="601" y="657"/>
                  <a:pt x="601" y="657"/>
                </a:cubicBezTo>
                <a:cubicBezTo>
                  <a:pt x="600" y="647"/>
                  <a:pt x="592" y="639"/>
                  <a:pt x="582" y="639"/>
                </a:cubicBezTo>
                <a:cubicBezTo>
                  <a:pt x="581" y="639"/>
                  <a:pt x="581" y="639"/>
                  <a:pt x="581" y="639"/>
                </a:cubicBezTo>
                <a:cubicBezTo>
                  <a:pt x="580" y="619"/>
                  <a:pt x="564" y="604"/>
                  <a:pt x="543" y="604"/>
                </a:cubicBezTo>
                <a:cubicBezTo>
                  <a:pt x="528" y="604"/>
                  <a:pt x="515" y="614"/>
                  <a:pt x="509" y="627"/>
                </a:cubicBezTo>
                <a:cubicBezTo>
                  <a:pt x="509" y="627"/>
                  <a:pt x="508" y="627"/>
                  <a:pt x="507" y="627"/>
                </a:cubicBezTo>
                <a:cubicBezTo>
                  <a:pt x="494" y="627"/>
                  <a:pt x="484" y="638"/>
                  <a:pt x="484" y="651"/>
                </a:cubicBezTo>
                <a:cubicBezTo>
                  <a:pt x="484" y="652"/>
                  <a:pt x="484" y="654"/>
                  <a:pt x="484" y="656"/>
                </a:cubicBezTo>
                <a:cubicBezTo>
                  <a:pt x="475" y="659"/>
                  <a:pt x="468" y="664"/>
                  <a:pt x="462" y="672"/>
                </a:cubicBezTo>
                <a:cubicBezTo>
                  <a:pt x="461" y="672"/>
                  <a:pt x="459" y="673"/>
                  <a:pt x="457" y="674"/>
                </a:cubicBezTo>
                <a:cubicBezTo>
                  <a:pt x="457" y="674"/>
                  <a:pt x="456" y="674"/>
                  <a:pt x="456" y="674"/>
                </a:cubicBezTo>
                <a:cubicBezTo>
                  <a:pt x="445" y="674"/>
                  <a:pt x="436" y="682"/>
                  <a:pt x="436" y="693"/>
                </a:cubicBezTo>
                <a:cubicBezTo>
                  <a:pt x="436" y="695"/>
                  <a:pt x="437" y="697"/>
                  <a:pt x="437" y="699"/>
                </a:cubicBezTo>
                <a:cubicBezTo>
                  <a:pt x="433" y="705"/>
                  <a:pt x="431" y="712"/>
                  <a:pt x="431" y="720"/>
                </a:cubicBezTo>
                <a:cubicBezTo>
                  <a:pt x="431" y="741"/>
                  <a:pt x="448" y="758"/>
                  <a:pt x="468" y="758"/>
                </a:cubicBezTo>
                <a:cubicBezTo>
                  <a:pt x="476" y="758"/>
                  <a:pt x="483" y="756"/>
                  <a:pt x="488" y="752"/>
                </a:cubicBezTo>
                <a:cubicBezTo>
                  <a:pt x="496" y="760"/>
                  <a:pt x="506" y="767"/>
                  <a:pt x="516" y="771"/>
                </a:cubicBezTo>
                <a:cubicBezTo>
                  <a:pt x="523" y="786"/>
                  <a:pt x="534" y="804"/>
                  <a:pt x="542" y="823"/>
                </a:cubicBezTo>
                <a:cubicBezTo>
                  <a:pt x="529" y="821"/>
                  <a:pt x="520" y="817"/>
                  <a:pt x="513" y="813"/>
                </a:cubicBezTo>
                <a:cubicBezTo>
                  <a:pt x="514" y="812"/>
                  <a:pt x="514" y="812"/>
                  <a:pt x="515" y="811"/>
                </a:cubicBezTo>
                <a:cubicBezTo>
                  <a:pt x="516" y="811"/>
                  <a:pt x="517" y="811"/>
                  <a:pt x="518" y="811"/>
                </a:cubicBezTo>
                <a:cubicBezTo>
                  <a:pt x="523" y="811"/>
                  <a:pt x="527" y="807"/>
                  <a:pt x="527" y="802"/>
                </a:cubicBezTo>
                <a:cubicBezTo>
                  <a:pt x="527" y="798"/>
                  <a:pt x="524" y="794"/>
                  <a:pt x="519" y="793"/>
                </a:cubicBezTo>
                <a:cubicBezTo>
                  <a:pt x="519" y="790"/>
                  <a:pt x="516" y="788"/>
                  <a:pt x="513" y="788"/>
                </a:cubicBezTo>
                <a:cubicBezTo>
                  <a:pt x="512" y="788"/>
                  <a:pt x="512" y="788"/>
                  <a:pt x="511" y="788"/>
                </a:cubicBezTo>
                <a:cubicBezTo>
                  <a:pt x="511" y="788"/>
                  <a:pt x="511" y="788"/>
                  <a:pt x="511" y="788"/>
                </a:cubicBezTo>
                <a:cubicBezTo>
                  <a:pt x="510" y="788"/>
                  <a:pt x="510" y="788"/>
                  <a:pt x="510" y="788"/>
                </a:cubicBezTo>
                <a:cubicBezTo>
                  <a:pt x="510" y="785"/>
                  <a:pt x="508" y="783"/>
                  <a:pt x="506" y="783"/>
                </a:cubicBezTo>
                <a:cubicBezTo>
                  <a:pt x="505" y="783"/>
                  <a:pt x="505" y="783"/>
                  <a:pt x="505" y="783"/>
                </a:cubicBezTo>
                <a:cubicBezTo>
                  <a:pt x="505" y="779"/>
                  <a:pt x="501" y="775"/>
                  <a:pt x="496" y="775"/>
                </a:cubicBezTo>
                <a:cubicBezTo>
                  <a:pt x="493" y="775"/>
                  <a:pt x="490" y="777"/>
                  <a:pt x="488" y="781"/>
                </a:cubicBezTo>
                <a:cubicBezTo>
                  <a:pt x="488" y="780"/>
                  <a:pt x="488" y="781"/>
                  <a:pt x="488" y="781"/>
                </a:cubicBezTo>
                <a:cubicBezTo>
                  <a:pt x="484" y="781"/>
                  <a:pt x="482" y="783"/>
                  <a:pt x="482" y="786"/>
                </a:cubicBezTo>
                <a:cubicBezTo>
                  <a:pt x="482" y="787"/>
                  <a:pt x="482" y="787"/>
                  <a:pt x="482" y="788"/>
                </a:cubicBezTo>
                <a:cubicBezTo>
                  <a:pt x="480" y="788"/>
                  <a:pt x="478" y="790"/>
                  <a:pt x="477" y="792"/>
                </a:cubicBezTo>
                <a:cubicBezTo>
                  <a:pt x="476" y="792"/>
                  <a:pt x="476" y="792"/>
                  <a:pt x="476" y="792"/>
                </a:cubicBezTo>
                <a:cubicBezTo>
                  <a:pt x="475" y="792"/>
                  <a:pt x="475" y="792"/>
                  <a:pt x="475" y="792"/>
                </a:cubicBezTo>
                <a:cubicBezTo>
                  <a:pt x="473" y="792"/>
                  <a:pt x="470" y="794"/>
                  <a:pt x="470" y="797"/>
                </a:cubicBezTo>
                <a:cubicBezTo>
                  <a:pt x="470" y="797"/>
                  <a:pt x="471" y="798"/>
                  <a:pt x="471" y="798"/>
                </a:cubicBezTo>
                <a:cubicBezTo>
                  <a:pt x="470" y="800"/>
                  <a:pt x="469" y="801"/>
                  <a:pt x="469" y="803"/>
                </a:cubicBezTo>
                <a:cubicBezTo>
                  <a:pt x="469" y="808"/>
                  <a:pt x="473" y="812"/>
                  <a:pt x="478" y="812"/>
                </a:cubicBezTo>
                <a:cubicBezTo>
                  <a:pt x="480" y="812"/>
                  <a:pt x="482" y="812"/>
                  <a:pt x="483" y="811"/>
                </a:cubicBezTo>
                <a:cubicBezTo>
                  <a:pt x="486" y="814"/>
                  <a:pt x="491" y="817"/>
                  <a:pt x="496" y="817"/>
                </a:cubicBezTo>
                <a:cubicBezTo>
                  <a:pt x="499" y="817"/>
                  <a:pt x="501" y="816"/>
                  <a:pt x="504" y="815"/>
                </a:cubicBezTo>
                <a:cubicBezTo>
                  <a:pt x="505" y="815"/>
                  <a:pt x="506" y="816"/>
                  <a:pt x="508" y="816"/>
                </a:cubicBezTo>
                <a:cubicBezTo>
                  <a:pt x="509" y="816"/>
                  <a:pt x="510" y="815"/>
                  <a:pt x="511" y="815"/>
                </a:cubicBezTo>
                <a:cubicBezTo>
                  <a:pt x="521" y="821"/>
                  <a:pt x="535" y="827"/>
                  <a:pt x="542" y="828"/>
                </a:cubicBezTo>
                <a:cubicBezTo>
                  <a:pt x="542" y="828"/>
                  <a:pt x="543" y="828"/>
                  <a:pt x="544" y="829"/>
                </a:cubicBezTo>
                <a:cubicBezTo>
                  <a:pt x="548" y="839"/>
                  <a:pt x="552" y="850"/>
                  <a:pt x="552" y="862"/>
                </a:cubicBezTo>
                <a:cubicBezTo>
                  <a:pt x="554" y="891"/>
                  <a:pt x="543" y="921"/>
                  <a:pt x="538" y="933"/>
                </a:cubicBezTo>
                <a:cubicBezTo>
                  <a:pt x="535" y="933"/>
                  <a:pt x="532" y="933"/>
                  <a:pt x="530" y="933"/>
                </a:cubicBezTo>
                <a:cubicBezTo>
                  <a:pt x="500" y="933"/>
                  <a:pt x="439" y="932"/>
                  <a:pt x="405" y="935"/>
                </a:cubicBezTo>
                <a:cubicBezTo>
                  <a:pt x="396" y="933"/>
                  <a:pt x="388" y="930"/>
                  <a:pt x="382" y="925"/>
                </a:cubicBezTo>
                <a:cubicBezTo>
                  <a:pt x="368" y="894"/>
                  <a:pt x="334" y="807"/>
                  <a:pt x="340" y="720"/>
                </a:cubicBezTo>
                <a:cubicBezTo>
                  <a:pt x="341" y="689"/>
                  <a:pt x="350" y="657"/>
                  <a:pt x="362" y="627"/>
                </a:cubicBezTo>
                <a:cubicBezTo>
                  <a:pt x="365" y="627"/>
                  <a:pt x="367" y="626"/>
                  <a:pt x="370" y="626"/>
                </a:cubicBezTo>
                <a:cubicBezTo>
                  <a:pt x="387" y="623"/>
                  <a:pt x="426" y="608"/>
                  <a:pt x="455" y="589"/>
                </a:cubicBezTo>
                <a:cubicBezTo>
                  <a:pt x="458" y="591"/>
                  <a:pt x="461" y="592"/>
                  <a:pt x="465" y="592"/>
                </a:cubicBezTo>
                <a:cubicBezTo>
                  <a:pt x="469" y="592"/>
                  <a:pt x="472" y="590"/>
                  <a:pt x="476" y="589"/>
                </a:cubicBezTo>
                <a:cubicBezTo>
                  <a:pt x="482" y="592"/>
                  <a:pt x="490" y="594"/>
                  <a:pt x="497" y="594"/>
                </a:cubicBezTo>
                <a:cubicBezTo>
                  <a:pt x="512" y="594"/>
                  <a:pt x="525" y="588"/>
                  <a:pt x="534" y="578"/>
                </a:cubicBezTo>
                <a:cubicBezTo>
                  <a:pt x="538" y="580"/>
                  <a:pt x="542" y="582"/>
                  <a:pt x="547" y="582"/>
                </a:cubicBezTo>
                <a:cubicBezTo>
                  <a:pt x="561" y="582"/>
                  <a:pt x="573" y="570"/>
                  <a:pt x="573" y="556"/>
                </a:cubicBezTo>
                <a:cubicBezTo>
                  <a:pt x="573" y="551"/>
                  <a:pt x="571" y="546"/>
                  <a:pt x="568" y="542"/>
                </a:cubicBezTo>
                <a:cubicBezTo>
                  <a:pt x="569" y="541"/>
                  <a:pt x="569" y="539"/>
                  <a:pt x="569" y="538"/>
                </a:cubicBezTo>
                <a:cubicBezTo>
                  <a:pt x="569" y="531"/>
                  <a:pt x="563" y="525"/>
                  <a:pt x="556" y="525"/>
                </a:cubicBezTo>
                <a:cubicBezTo>
                  <a:pt x="555" y="525"/>
                  <a:pt x="555" y="525"/>
                  <a:pt x="555" y="525"/>
                </a:cubicBezTo>
                <a:cubicBezTo>
                  <a:pt x="554" y="524"/>
                  <a:pt x="553" y="524"/>
                  <a:pt x="551" y="523"/>
                </a:cubicBezTo>
                <a:cubicBezTo>
                  <a:pt x="548" y="518"/>
                  <a:pt x="543" y="514"/>
                  <a:pt x="536" y="513"/>
                </a:cubicBezTo>
                <a:cubicBezTo>
                  <a:pt x="537" y="512"/>
                  <a:pt x="537" y="510"/>
                  <a:pt x="537" y="509"/>
                </a:cubicBezTo>
                <a:cubicBezTo>
                  <a:pt x="537" y="500"/>
                  <a:pt x="530" y="493"/>
                  <a:pt x="521" y="493"/>
                </a:cubicBezTo>
                <a:cubicBezTo>
                  <a:pt x="520" y="493"/>
                  <a:pt x="520" y="493"/>
                  <a:pt x="520" y="493"/>
                </a:cubicBezTo>
                <a:cubicBezTo>
                  <a:pt x="516" y="484"/>
                  <a:pt x="507" y="478"/>
                  <a:pt x="496" y="478"/>
                </a:cubicBezTo>
                <a:cubicBezTo>
                  <a:pt x="483" y="478"/>
                  <a:pt x="471" y="489"/>
                  <a:pt x="471" y="502"/>
                </a:cubicBezTo>
                <a:cubicBezTo>
                  <a:pt x="471" y="502"/>
                  <a:pt x="470" y="502"/>
                  <a:pt x="470" y="502"/>
                </a:cubicBezTo>
                <a:cubicBezTo>
                  <a:pt x="463" y="502"/>
                  <a:pt x="458" y="507"/>
                  <a:pt x="457" y="514"/>
                </a:cubicBezTo>
                <a:cubicBezTo>
                  <a:pt x="457" y="514"/>
                  <a:pt x="457" y="514"/>
                  <a:pt x="457" y="514"/>
                </a:cubicBezTo>
                <a:cubicBezTo>
                  <a:pt x="455" y="514"/>
                  <a:pt x="454" y="514"/>
                  <a:pt x="453" y="514"/>
                </a:cubicBezTo>
                <a:cubicBezTo>
                  <a:pt x="452" y="514"/>
                  <a:pt x="451" y="514"/>
                  <a:pt x="450" y="514"/>
                </a:cubicBezTo>
                <a:cubicBezTo>
                  <a:pt x="442" y="514"/>
                  <a:pt x="434" y="520"/>
                  <a:pt x="432" y="528"/>
                </a:cubicBezTo>
                <a:cubicBezTo>
                  <a:pt x="419" y="529"/>
                  <a:pt x="409" y="540"/>
                  <a:pt x="409" y="554"/>
                </a:cubicBezTo>
                <a:cubicBezTo>
                  <a:pt x="409" y="568"/>
                  <a:pt x="420" y="579"/>
                  <a:pt x="435" y="579"/>
                </a:cubicBezTo>
                <a:cubicBezTo>
                  <a:pt x="438" y="579"/>
                  <a:pt x="442" y="578"/>
                  <a:pt x="445" y="577"/>
                </a:cubicBezTo>
                <a:cubicBezTo>
                  <a:pt x="446" y="580"/>
                  <a:pt x="447" y="582"/>
                  <a:pt x="449" y="585"/>
                </a:cubicBezTo>
                <a:cubicBezTo>
                  <a:pt x="431" y="595"/>
                  <a:pt x="405" y="607"/>
                  <a:pt x="368" y="613"/>
                </a:cubicBezTo>
                <a:cubicBezTo>
                  <a:pt x="391" y="559"/>
                  <a:pt x="422" y="509"/>
                  <a:pt x="440" y="465"/>
                </a:cubicBezTo>
                <a:cubicBezTo>
                  <a:pt x="471" y="454"/>
                  <a:pt x="497" y="436"/>
                  <a:pt x="519" y="412"/>
                </a:cubicBezTo>
                <a:cubicBezTo>
                  <a:pt x="535" y="423"/>
                  <a:pt x="554" y="429"/>
                  <a:pt x="575" y="429"/>
                </a:cubicBezTo>
                <a:cubicBezTo>
                  <a:pt x="633" y="429"/>
                  <a:pt x="680" y="381"/>
                  <a:pt x="680" y="323"/>
                </a:cubicBezTo>
                <a:cubicBezTo>
                  <a:pt x="680" y="302"/>
                  <a:pt x="673" y="281"/>
                  <a:pt x="662" y="264"/>
                </a:cubicBezTo>
                <a:cubicBezTo>
                  <a:pt x="664" y="259"/>
                  <a:pt x="665" y="253"/>
                  <a:pt x="665" y="247"/>
                </a:cubicBezTo>
                <a:cubicBezTo>
                  <a:pt x="665" y="217"/>
                  <a:pt x="640" y="193"/>
                  <a:pt x="610" y="193"/>
                </a:cubicBezTo>
                <a:cubicBezTo>
                  <a:pt x="609" y="193"/>
                  <a:pt x="607" y="193"/>
                  <a:pt x="606" y="193"/>
                </a:cubicBezTo>
                <a:cubicBezTo>
                  <a:pt x="601" y="191"/>
                  <a:pt x="596" y="189"/>
                  <a:pt x="591" y="188"/>
                </a:cubicBezTo>
                <a:cubicBezTo>
                  <a:pt x="577" y="167"/>
                  <a:pt x="555" y="151"/>
                  <a:pt x="530" y="144"/>
                </a:cubicBezTo>
                <a:cubicBezTo>
                  <a:pt x="531" y="139"/>
                  <a:pt x="532" y="134"/>
                  <a:pt x="532" y="128"/>
                </a:cubicBezTo>
                <a:cubicBezTo>
                  <a:pt x="532" y="92"/>
                  <a:pt x="502" y="62"/>
                  <a:pt x="466" y="62"/>
                </a:cubicBezTo>
                <a:cubicBezTo>
                  <a:pt x="464" y="62"/>
                  <a:pt x="462" y="62"/>
                  <a:pt x="460" y="63"/>
                </a:cubicBezTo>
                <a:cubicBezTo>
                  <a:pt x="444" y="26"/>
                  <a:pt x="407" y="0"/>
                  <a:pt x="364" y="0"/>
                </a:cubicBezTo>
                <a:cubicBezTo>
                  <a:pt x="308" y="0"/>
                  <a:pt x="262" y="45"/>
                  <a:pt x="259" y="100"/>
                </a:cubicBezTo>
                <a:cubicBezTo>
                  <a:pt x="258" y="100"/>
                  <a:pt x="258" y="100"/>
                  <a:pt x="257" y="100"/>
                </a:cubicBezTo>
                <a:cubicBezTo>
                  <a:pt x="229" y="100"/>
                  <a:pt x="207" y="121"/>
                  <a:pt x="203" y="147"/>
                </a:cubicBezTo>
                <a:cubicBezTo>
                  <a:pt x="202" y="147"/>
                  <a:pt x="201" y="147"/>
                  <a:pt x="201" y="147"/>
                </a:cubicBezTo>
                <a:cubicBezTo>
                  <a:pt x="196" y="147"/>
                  <a:pt x="192" y="147"/>
                  <a:pt x="187" y="148"/>
                </a:cubicBezTo>
                <a:cubicBezTo>
                  <a:pt x="184" y="148"/>
                  <a:pt x="180" y="147"/>
                  <a:pt x="176" y="147"/>
                </a:cubicBezTo>
                <a:cubicBezTo>
                  <a:pt x="139" y="147"/>
                  <a:pt x="108" y="173"/>
                  <a:pt x="100" y="207"/>
                </a:cubicBezTo>
                <a:cubicBezTo>
                  <a:pt x="47" y="212"/>
                  <a:pt x="4" y="257"/>
                  <a:pt x="4" y="312"/>
                </a:cubicBezTo>
                <a:cubicBezTo>
                  <a:pt x="4" y="370"/>
                  <a:pt x="52" y="417"/>
                  <a:pt x="110" y="417"/>
                </a:cubicBezTo>
                <a:cubicBezTo>
                  <a:pt x="125" y="417"/>
                  <a:pt x="139" y="414"/>
                  <a:pt x="152" y="408"/>
                </a:cubicBezTo>
                <a:cubicBezTo>
                  <a:pt x="163" y="444"/>
                  <a:pt x="196" y="469"/>
                  <a:pt x="235" y="469"/>
                </a:cubicBezTo>
                <a:cubicBezTo>
                  <a:pt x="251" y="469"/>
                  <a:pt x="266" y="465"/>
                  <a:pt x="279" y="457"/>
                </a:cubicBezTo>
                <a:cubicBezTo>
                  <a:pt x="292" y="463"/>
                  <a:pt x="305" y="468"/>
                  <a:pt x="319" y="472"/>
                </a:cubicBezTo>
                <a:cubicBezTo>
                  <a:pt x="322" y="491"/>
                  <a:pt x="320" y="535"/>
                  <a:pt x="297" y="637"/>
                </a:cubicBezTo>
                <a:cubicBezTo>
                  <a:pt x="289" y="669"/>
                  <a:pt x="284" y="699"/>
                  <a:pt x="280" y="727"/>
                </a:cubicBezTo>
                <a:cubicBezTo>
                  <a:pt x="248" y="715"/>
                  <a:pt x="222" y="701"/>
                  <a:pt x="201" y="687"/>
                </a:cubicBezTo>
                <a:cubicBezTo>
                  <a:pt x="192" y="670"/>
                  <a:pt x="188" y="652"/>
                  <a:pt x="186" y="635"/>
                </a:cubicBezTo>
                <a:cubicBezTo>
                  <a:pt x="193" y="631"/>
                  <a:pt x="199" y="626"/>
                  <a:pt x="205" y="620"/>
                </a:cubicBezTo>
                <a:cubicBezTo>
                  <a:pt x="211" y="624"/>
                  <a:pt x="219" y="626"/>
                  <a:pt x="227" y="626"/>
                </a:cubicBezTo>
                <a:cubicBezTo>
                  <a:pt x="250" y="626"/>
                  <a:pt x="269" y="607"/>
                  <a:pt x="269" y="584"/>
                </a:cubicBezTo>
                <a:cubicBezTo>
                  <a:pt x="269" y="575"/>
                  <a:pt x="266" y="567"/>
                  <a:pt x="262" y="561"/>
                </a:cubicBezTo>
                <a:cubicBezTo>
                  <a:pt x="263" y="558"/>
                  <a:pt x="263" y="556"/>
                  <a:pt x="263" y="554"/>
                </a:cubicBezTo>
                <a:cubicBezTo>
                  <a:pt x="263" y="542"/>
                  <a:pt x="253" y="532"/>
                  <a:pt x="241" y="532"/>
                </a:cubicBezTo>
                <a:cubicBezTo>
                  <a:pt x="241" y="532"/>
                  <a:pt x="240" y="532"/>
                  <a:pt x="239" y="532"/>
                </a:cubicBezTo>
                <a:cubicBezTo>
                  <a:pt x="238" y="531"/>
                  <a:pt x="236" y="531"/>
                  <a:pt x="234" y="530"/>
                </a:cubicBezTo>
                <a:cubicBezTo>
                  <a:pt x="228" y="522"/>
                  <a:pt x="219" y="515"/>
                  <a:pt x="209" y="513"/>
                </a:cubicBezTo>
                <a:cubicBezTo>
                  <a:pt x="210" y="511"/>
                  <a:pt x="210" y="509"/>
                  <a:pt x="210" y="506"/>
                </a:cubicBezTo>
                <a:cubicBezTo>
                  <a:pt x="210" y="492"/>
                  <a:pt x="198" y="480"/>
                  <a:pt x="184" y="480"/>
                </a:cubicBezTo>
                <a:cubicBezTo>
                  <a:pt x="183" y="480"/>
                  <a:pt x="182" y="480"/>
                  <a:pt x="182" y="480"/>
                </a:cubicBezTo>
                <a:cubicBezTo>
                  <a:pt x="175" y="466"/>
                  <a:pt x="160" y="455"/>
                  <a:pt x="143" y="455"/>
                </a:cubicBezTo>
                <a:cubicBezTo>
                  <a:pt x="121" y="455"/>
                  <a:pt x="103" y="473"/>
                  <a:pt x="102" y="495"/>
                </a:cubicBezTo>
                <a:cubicBezTo>
                  <a:pt x="101" y="495"/>
                  <a:pt x="101" y="495"/>
                  <a:pt x="100" y="495"/>
                </a:cubicBezTo>
                <a:cubicBezTo>
                  <a:pt x="89" y="495"/>
                  <a:pt x="81" y="503"/>
                  <a:pt x="79" y="514"/>
                </a:cubicBezTo>
                <a:cubicBezTo>
                  <a:pt x="79" y="514"/>
                  <a:pt x="78" y="514"/>
                  <a:pt x="78" y="514"/>
                </a:cubicBezTo>
                <a:cubicBezTo>
                  <a:pt x="76" y="514"/>
                  <a:pt x="75" y="514"/>
                  <a:pt x="73" y="514"/>
                </a:cubicBezTo>
                <a:cubicBezTo>
                  <a:pt x="72" y="514"/>
                  <a:pt x="70" y="514"/>
                  <a:pt x="68" y="514"/>
                </a:cubicBezTo>
                <a:cubicBezTo>
                  <a:pt x="54" y="514"/>
                  <a:pt x="41" y="524"/>
                  <a:pt x="38" y="538"/>
                </a:cubicBezTo>
                <a:cubicBezTo>
                  <a:pt x="17" y="540"/>
                  <a:pt x="0" y="558"/>
                  <a:pt x="0" y="580"/>
                </a:cubicBezTo>
                <a:cubicBezTo>
                  <a:pt x="0" y="603"/>
                  <a:pt x="19" y="621"/>
                  <a:pt x="42" y="621"/>
                </a:cubicBezTo>
                <a:cubicBezTo>
                  <a:pt x="48" y="621"/>
                  <a:pt x="54" y="620"/>
                  <a:pt x="59" y="618"/>
                </a:cubicBezTo>
                <a:cubicBezTo>
                  <a:pt x="63" y="632"/>
                  <a:pt x="76" y="642"/>
                  <a:pt x="92" y="642"/>
                </a:cubicBezTo>
                <a:cubicBezTo>
                  <a:pt x="98" y="642"/>
                  <a:pt x="104" y="640"/>
                  <a:pt x="110" y="637"/>
                </a:cubicBezTo>
                <a:cubicBezTo>
                  <a:pt x="119" y="642"/>
                  <a:pt x="130" y="645"/>
                  <a:pt x="142" y="646"/>
                </a:cubicBezTo>
                <a:cubicBezTo>
                  <a:pt x="163" y="671"/>
                  <a:pt x="193" y="697"/>
                  <a:pt x="215" y="713"/>
                </a:cubicBezTo>
                <a:cubicBezTo>
                  <a:pt x="220" y="722"/>
                  <a:pt x="219" y="719"/>
                  <a:pt x="216" y="714"/>
                </a:cubicBezTo>
                <a:cubicBezTo>
                  <a:pt x="224" y="720"/>
                  <a:pt x="231" y="724"/>
                  <a:pt x="237" y="727"/>
                </a:cubicBezTo>
                <a:cubicBezTo>
                  <a:pt x="253" y="735"/>
                  <a:pt x="267" y="748"/>
                  <a:pt x="276" y="757"/>
                </a:cubicBezTo>
                <a:cubicBezTo>
                  <a:pt x="269" y="821"/>
                  <a:pt x="268" y="871"/>
                  <a:pt x="269" y="902"/>
                </a:cubicBezTo>
                <a:cubicBezTo>
                  <a:pt x="269" y="902"/>
                  <a:pt x="268" y="902"/>
                  <a:pt x="268" y="902"/>
                </a:cubicBezTo>
                <a:cubicBezTo>
                  <a:pt x="268" y="902"/>
                  <a:pt x="273" y="927"/>
                  <a:pt x="236" y="934"/>
                </a:cubicBezTo>
                <a:cubicBezTo>
                  <a:pt x="234" y="934"/>
                  <a:pt x="231" y="935"/>
                  <a:pt x="228" y="935"/>
                </a:cubicBezTo>
                <a:cubicBezTo>
                  <a:pt x="228" y="935"/>
                  <a:pt x="227" y="935"/>
                  <a:pt x="227" y="935"/>
                </a:cubicBezTo>
                <a:cubicBezTo>
                  <a:pt x="212" y="936"/>
                  <a:pt x="201" y="938"/>
                  <a:pt x="194" y="940"/>
                </a:cubicBezTo>
                <a:cubicBezTo>
                  <a:pt x="191" y="939"/>
                  <a:pt x="188" y="939"/>
                  <a:pt x="185" y="939"/>
                </a:cubicBezTo>
                <a:cubicBezTo>
                  <a:pt x="184" y="938"/>
                  <a:pt x="183" y="938"/>
                  <a:pt x="181" y="938"/>
                </a:cubicBezTo>
                <a:cubicBezTo>
                  <a:pt x="177" y="938"/>
                  <a:pt x="177" y="935"/>
                  <a:pt x="177" y="935"/>
                </a:cubicBezTo>
                <a:cubicBezTo>
                  <a:pt x="177" y="935"/>
                  <a:pt x="177" y="935"/>
                  <a:pt x="177" y="935"/>
                </a:cubicBezTo>
                <a:cubicBezTo>
                  <a:pt x="177" y="931"/>
                  <a:pt x="177" y="928"/>
                  <a:pt x="177" y="922"/>
                </a:cubicBezTo>
                <a:cubicBezTo>
                  <a:pt x="178" y="922"/>
                  <a:pt x="179" y="921"/>
                  <a:pt x="180" y="920"/>
                </a:cubicBezTo>
                <a:cubicBezTo>
                  <a:pt x="181" y="920"/>
                  <a:pt x="181" y="919"/>
                  <a:pt x="182" y="919"/>
                </a:cubicBezTo>
                <a:cubicBezTo>
                  <a:pt x="182" y="919"/>
                  <a:pt x="182" y="919"/>
                  <a:pt x="182" y="919"/>
                </a:cubicBezTo>
                <a:cubicBezTo>
                  <a:pt x="184" y="917"/>
                  <a:pt x="187" y="915"/>
                  <a:pt x="188" y="913"/>
                </a:cubicBezTo>
                <a:cubicBezTo>
                  <a:pt x="189" y="913"/>
                  <a:pt x="190" y="912"/>
                  <a:pt x="191" y="912"/>
                </a:cubicBezTo>
                <a:cubicBezTo>
                  <a:pt x="192" y="912"/>
                  <a:pt x="192" y="913"/>
                  <a:pt x="193" y="913"/>
                </a:cubicBezTo>
                <a:cubicBezTo>
                  <a:pt x="194" y="913"/>
                  <a:pt x="195" y="912"/>
                  <a:pt x="196" y="910"/>
                </a:cubicBezTo>
                <a:cubicBezTo>
                  <a:pt x="196" y="911"/>
                  <a:pt x="197" y="911"/>
                  <a:pt x="197" y="911"/>
                </a:cubicBezTo>
                <a:cubicBezTo>
                  <a:pt x="199" y="911"/>
                  <a:pt x="201" y="909"/>
                  <a:pt x="201" y="907"/>
                </a:cubicBezTo>
                <a:cubicBezTo>
                  <a:pt x="201" y="905"/>
                  <a:pt x="199" y="904"/>
                  <a:pt x="197" y="903"/>
                </a:cubicBezTo>
                <a:cubicBezTo>
                  <a:pt x="197" y="902"/>
                  <a:pt x="196" y="901"/>
                  <a:pt x="195" y="901"/>
                </a:cubicBezTo>
                <a:cubicBezTo>
                  <a:pt x="195" y="901"/>
                  <a:pt x="195" y="901"/>
                  <a:pt x="194" y="901"/>
                </a:cubicBezTo>
                <a:cubicBezTo>
                  <a:pt x="194" y="901"/>
                  <a:pt x="194" y="901"/>
                  <a:pt x="194" y="901"/>
                </a:cubicBezTo>
                <a:cubicBezTo>
                  <a:pt x="194" y="901"/>
                  <a:pt x="194" y="901"/>
                  <a:pt x="194" y="901"/>
                </a:cubicBezTo>
                <a:cubicBezTo>
                  <a:pt x="194" y="900"/>
                  <a:pt x="193" y="899"/>
                  <a:pt x="192" y="899"/>
                </a:cubicBezTo>
                <a:cubicBezTo>
                  <a:pt x="192" y="899"/>
                  <a:pt x="192" y="899"/>
                  <a:pt x="192" y="899"/>
                </a:cubicBezTo>
                <a:cubicBezTo>
                  <a:pt x="192" y="899"/>
                  <a:pt x="190" y="896"/>
                  <a:pt x="188" y="896"/>
                </a:cubicBezTo>
                <a:cubicBezTo>
                  <a:pt x="187" y="896"/>
                  <a:pt x="186" y="897"/>
                  <a:pt x="185" y="898"/>
                </a:cubicBezTo>
                <a:cubicBezTo>
                  <a:pt x="185" y="898"/>
                  <a:pt x="185" y="898"/>
                  <a:pt x="185" y="898"/>
                </a:cubicBezTo>
                <a:cubicBezTo>
                  <a:pt x="184" y="898"/>
                  <a:pt x="182" y="899"/>
                  <a:pt x="182" y="901"/>
                </a:cubicBezTo>
                <a:cubicBezTo>
                  <a:pt x="182" y="901"/>
                  <a:pt x="182" y="901"/>
                  <a:pt x="183" y="901"/>
                </a:cubicBezTo>
                <a:cubicBezTo>
                  <a:pt x="182" y="901"/>
                  <a:pt x="181" y="902"/>
                  <a:pt x="180" y="903"/>
                </a:cubicBezTo>
                <a:cubicBezTo>
                  <a:pt x="180" y="903"/>
                  <a:pt x="180" y="903"/>
                  <a:pt x="180" y="903"/>
                </a:cubicBezTo>
                <a:cubicBezTo>
                  <a:pt x="180" y="903"/>
                  <a:pt x="180" y="903"/>
                  <a:pt x="180" y="903"/>
                </a:cubicBezTo>
                <a:cubicBezTo>
                  <a:pt x="179" y="903"/>
                  <a:pt x="178" y="904"/>
                  <a:pt x="178" y="905"/>
                </a:cubicBezTo>
                <a:cubicBezTo>
                  <a:pt x="178" y="905"/>
                  <a:pt x="178" y="905"/>
                  <a:pt x="178" y="905"/>
                </a:cubicBezTo>
                <a:cubicBezTo>
                  <a:pt x="178" y="906"/>
                  <a:pt x="177" y="907"/>
                  <a:pt x="177" y="907"/>
                </a:cubicBezTo>
                <a:cubicBezTo>
                  <a:pt x="177" y="909"/>
                  <a:pt x="179" y="911"/>
                  <a:pt x="181" y="911"/>
                </a:cubicBezTo>
                <a:cubicBezTo>
                  <a:pt x="182" y="911"/>
                  <a:pt x="182" y="911"/>
                  <a:pt x="183" y="911"/>
                </a:cubicBezTo>
                <a:cubicBezTo>
                  <a:pt x="183" y="911"/>
                  <a:pt x="184" y="911"/>
                  <a:pt x="185" y="912"/>
                </a:cubicBezTo>
                <a:cubicBezTo>
                  <a:pt x="184" y="913"/>
                  <a:pt x="184" y="915"/>
                  <a:pt x="183" y="916"/>
                </a:cubicBezTo>
                <a:cubicBezTo>
                  <a:pt x="181" y="918"/>
                  <a:pt x="179" y="919"/>
                  <a:pt x="176" y="920"/>
                </a:cubicBezTo>
                <a:cubicBezTo>
                  <a:pt x="176" y="917"/>
                  <a:pt x="176" y="915"/>
                  <a:pt x="175" y="912"/>
                </a:cubicBezTo>
                <a:cubicBezTo>
                  <a:pt x="173" y="903"/>
                  <a:pt x="173" y="899"/>
                  <a:pt x="173" y="898"/>
                </a:cubicBezTo>
                <a:cubicBezTo>
                  <a:pt x="174" y="897"/>
                  <a:pt x="175" y="897"/>
                  <a:pt x="176" y="896"/>
                </a:cubicBezTo>
                <a:cubicBezTo>
                  <a:pt x="178" y="897"/>
                  <a:pt x="179" y="897"/>
                  <a:pt x="180" y="897"/>
                </a:cubicBezTo>
                <a:cubicBezTo>
                  <a:pt x="184" y="897"/>
                  <a:pt x="187" y="895"/>
                  <a:pt x="188" y="892"/>
                </a:cubicBezTo>
                <a:cubicBezTo>
                  <a:pt x="189" y="893"/>
                  <a:pt x="190" y="893"/>
                  <a:pt x="191" y="893"/>
                </a:cubicBezTo>
                <a:cubicBezTo>
                  <a:pt x="196" y="893"/>
                  <a:pt x="200" y="889"/>
                  <a:pt x="200" y="884"/>
                </a:cubicBezTo>
                <a:cubicBezTo>
                  <a:pt x="200" y="879"/>
                  <a:pt x="197" y="875"/>
                  <a:pt x="192" y="875"/>
                </a:cubicBezTo>
                <a:cubicBezTo>
                  <a:pt x="191" y="872"/>
                  <a:pt x="189" y="870"/>
                  <a:pt x="185" y="870"/>
                </a:cubicBezTo>
                <a:cubicBezTo>
                  <a:pt x="185" y="870"/>
                  <a:pt x="185" y="870"/>
                  <a:pt x="184" y="870"/>
                </a:cubicBezTo>
                <a:cubicBezTo>
                  <a:pt x="184" y="870"/>
                  <a:pt x="184" y="870"/>
                  <a:pt x="183" y="870"/>
                </a:cubicBezTo>
                <a:cubicBezTo>
                  <a:pt x="183" y="870"/>
                  <a:pt x="183" y="870"/>
                  <a:pt x="183" y="870"/>
                </a:cubicBezTo>
                <a:cubicBezTo>
                  <a:pt x="183" y="868"/>
                  <a:pt x="181" y="867"/>
                  <a:pt x="178" y="867"/>
                </a:cubicBezTo>
                <a:cubicBezTo>
                  <a:pt x="178" y="867"/>
                  <a:pt x="178" y="867"/>
                  <a:pt x="178" y="867"/>
                </a:cubicBezTo>
                <a:cubicBezTo>
                  <a:pt x="178" y="859"/>
                  <a:pt x="174" y="858"/>
                  <a:pt x="169" y="858"/>
                </a:cubicBezTo>
                <a:cubicBezTo>
                  <a:pt x="165" y="858"/>
                  <a:pt x="162" y="859"/>
                  <a:pt x="161" y="863"/>
                </a:cubicBezTo>
                <a:cubicBezTo>
                  <a:pt x="161" y="863"/>
                  <a:pt x="160" y="862"/>
                  <a:pt x="160" y="862"/>
                </a:cubicBezTo>
                <a:cubicBezTo>
                  <a:pt x="157" y="862"/>
                  <a:pt x="155" y="865"/>
                  <a:pt x="155" y="868"/>
                </a:cubicBezTo>
                <a:cubicBezTo>
                  <a:pt x="155" y="868"/>
                  <a:pt x="155" y="869"/>
                  <a:pt x="155" y="869"/>
                </a:cubicBezTo>
                <a:cubicBezTo>
                  <a:pt x="153" y="870"/>
                  <a:pt x="151" y="871"/>
                  <a:pt x="149" y="873"/>
                </a:cubicBezTo>
                <a:cubicBezTo>
                  <a:pt x="149" y="873"/>
                  <a:pt x="149" y="873"/>
                  <a:pt x="148" y="874"/>
                </a:cubicBezTo>
                <a:cubicBezTo>
                  <a:pt x="148" y="874"/>
                  <a:pt x="148" y="874"/>
                  <a:pt x="148" y="874"/>
                </a:cubicBezTo>
                <a:cubicBezTo>
                  <a:pt x="145" y="874"/>
                  <a:pt x="143" y="876"/>
                  <a:pt x="143" y="878"/>
                </a:cubicBezTo>
                <a:cubicBezTo>
                  <a:pt x="143" y="879"/>
                  <a:pt x="143" y="879"/>
                  <a:pt x="143" y="880"/>
                </a:cubicBezTo>
                <a:cubicBezTo>
                  <a:pt x="142" y="881"/>
                  <a:pt x="142" y="883"/>
                  <a:pt x="142" y="885"/>
                </a:cubicBezTo>
                <a:cubicBezTo>
                  <a:pt x="142" y="890"/>
                  <a:pt x="146" y="894"/>
                  <a:pt x="151" y="894"/>
                </a:cubicBezTo>
                <a:cubicBezTo>
                  <a:pt x="153" y="894"/>
                  <a:pt x="154" y="893"/>
                  <a:pt x="156" y="893"/>
                </a:cubicBezTo>
                <a:cubicBezTo>
                  <a:pt x="158" y="895"/>
                  <a:pt x="160" y="896"/>
                  <a:pt x="162" y="897"/>
                </a:cubicBezTo>
                <a:cubicBezTo>
                  <a:pt x="164" y="901"/>
                  <a:pt x="167" y="905"/>
                  <a:pt x="169" y="910"/>
                </a:cubicBezTo>
                <a:cubicBezTo>
                  <a:pt x="166" y="909"/>
                  <a:pt x="163" y="908"/>
                  <a:pt x="162" y="907"/>
                </a:cubicBezTo>
                <a:cubicBezTo>
                  <a:pt x="162" y="907"/>
                  <a:pt x="162" y="907"/>
                  <a:pt x="162" y="907"/>
                </a:cubicBezTo>
                <a:cubicBezTo>
                  <a:pt x="162" y="907"/>
                  <a:pt x="163" y="907"/>
                  <a:pt x="163" y="907"/>
                </a:cubicBezTo>
                <a:cubicBezTo>
                  <a:pt x="164" y="907"/>
                  <a:pt x="165" y="906"/>
                  <a:pt x="165" y="905"/>
                </a:cubicBezTo>
                <a:cubicBezTo>
                  <a:pt x="165" y="904"/>
                  <a:pt x="164" y="903"/>
                  <a:pt x="163" y="903"/>
                </a:cubicBezTo>
                <a:cubicBezTo>
                  <a:pt x="163" y="902"/>
                  <a:pt x="162" y="901"/>
                  <a:pt x="162" y="901"/>
                </a:cubicBezTo>
                <a:cubicBezTo>
                  <a:pt x="162" y="901"/>
                  <a:pt x="161" y="901"/>
                  <a:pt x="161" y="901"/>
                </a:cubicBezTo>
                <a:cubicBezTo>
                  <a:pt x="161" y="901"/>
                  <a:pt x="161" y="901"/>
                  <a:pt x="161" y="901"/>
                </a:cubicBezTo>
                <a:cubicBezTo>
                  <a:pt x="161" y="901"/>
                  <a:pt x="161" y="901"/>
                  <a:pt x="161" y="901"/>
                </a:cubicBezTo>
                <a:cubicBezTo>
                  <a:pt x="161" y="900"/>
                  <a:pt x="160" y="899"/>
                  <a:pt x="160" y="899"/>
                </a:cubicBezTo>
                <a:cubicBezTo>
                  <a:pt x="160" y="899"/>
                  <a:pt x="160" y="899"/>
                  <a:pt x="160" y="899"/>
                </a:cubicBezTo>
                <a:cubicBezTo>
                  <a:pt x="160" y="899"/>
                  <a:pt x="159" y="898"/>
                  <a:pt x="158" y="898"/>
                </a:cubicBezTo>
                <a:cubicBezTo>
                  <a:pt x="157" y="898"/>
                  <a:pt x="156" y="898"/>
                  <a:pt x="156" y="899"/>
                </a:cubicBezTo>
                <a:cubicBezTo>
                  <a:pt x="156" y="899"/>
                  <a:pt x="156" y="899"/>
                  <a:pt x="156" y="899"/>
                </a:cubicBezTo>
                <a:cubicBezTo>
                  <a:pt x="155" y="899"/>
                  <a:pt x="154" y="900"/>
                  <a:pt x="154" y="901"/>
                </a:cubicBezTo>
                <a:cubicBezTo>
                  <a:pt x="154" y="901"/>
                  <a:pt x="154" y="901"/>
                  <a:pt x="154" y="901"/>
                </a:cubicBezTo>
                <a:cubicBezTo>
                  <a:pt x="154" y="901"/>
                  <a:pt x="153" y="902"/>
                  <a:pt x="153" y="902"/>
                </a:cubicBezTo>
                <a:cubicBezTo>
                  <a:pt x="153" y="902"/>
                  <a:pt x="153" y="902"/>
                  <a:pt x="153" y="902"/>
                </a:cubicBezTo>
                <a:cubicBezTo>
                  <a:pt x="153" y="902"/>
                  <a:pt x="153" y="902"/>
                  <a:pt x="152" y="902"/>
                </a:cubicBezTo>
                <a:cubicBezTo>
                  <a:pt x="152" y="902"/>
                  <a:pt x="151" y="903"/>
                  <a:pt x="151" y="903"/>
                </a:cubicBezTo>
                <a:cubicBezTo>
                  <a:pt x="151" y="904"/>
                  <a:pt x="151" y="904"/>
                  <a:pt x="151" y="904"/>
                </a:cubicBezTo>
                <a:cubicBezTo>
                  <a:pt x="151" y="904"/>
                  <a:pt x="151" y="905"/>
                  <a:pt x="151" y="905"/>
                </a:cubicBezTo>
                <a:cubicBezTo>
                  <a:pt x="151" y="906"/>
                  <a:pt x="152" y="907"/>
                  <a:pt x="153" y="907"/>
                </a:cubicBezTo>
                <a:cubicBezTo>
                  <a:pt x="154" y="907"/>
                  <a:pt x="154" y="907"/>
                  <a:pt x="154" y="907"/>
                </a:cubicBezTo>
                <a:cubicBezTo>
                  <a:pt x="155" y="908"/>
                  <a:pt x="156" y="908"/>
                  <a:pt x="158" y="908"/>
                </a:cubicBezTo>
                <a:cubicBezTo>
                  <a:pt x="158" y="908"/>
                  <a:pt x="159" y="908"/>
                  <a:pt x="159" y="908"/>
                </a:cubicBezTo>
                <a:cubicBezTo>
                  <a:pt x="160" y="908"/>
                  <a:pt x="160" y="908"/>
                  <a:pt x="160" y="908"/>
                </a:cubicBezTo>
                <a:cubicBezTo>
                  <a:pt x="161" y="908"/>
                  <a:pt x="161" y="908"/>
                  <a:pt x="161" y="908"/>
                </a:cubicBezTo>
                <a:cubicBezTo>
                  <a:pt x="164" y="909"/>
                  <a:pt x="167" y="911"/>
                  <a:pt x="169" y="911"/>
                </a:cubicBezTo>
                <a:cubicBezTo>
                  <a:pt x="169" y="911"/>
                  <a:pt x="169" y="911"/>
                  <a:pt x="169" y="911"/>
                </a:cubicBezTo>
                <a:cubicBezTo>
                  <a:pt x="170" y="914"/>
                  <a:pt x="171" y="917"/>
                  <a:pt x="171" y="919"/>
                </a:cubicBezTo>
                <a:cubicBezTo>
                  <a:pt x="172" y="927"/>
                  <a:pt x="169" y="934"/>
                  <a:pt x="168" y="937"/>
                </a:cubicBezTo>
                <a:cubicBezTo>
                  <a:pt x="167" y="937"/>
                  <a:pt x="166" y="937"/>
                  <a:pt x="166" y="937"/>
                </a:cubicBezTo>
                <a:cubicBezTo>
                  <a:pt x="159" y="937"/>
                  <a:pt x="144" y="936"/>
                  <a:pt x="135" y="937"/>
                </a:cubicBezTo>
                <a:cubicBezTo>
                  <a:pt x="133" y="937"/>
                  <a:pt x="131" y="936"/>
                  <a:pt x="130" y="935"/>
                </a:cubicBezTo>
                <a:cubicBezTo>
                  <a:pt x="126" y="927"/>
                  <a:pt x="118" y="906"/>
                  <a:pt x="119" y="885"/>
                </a:cubicBezTo>
                <a:cubicBezTo>
                  <a:pt x="120" y="877"/>
                  <a:pt x="122" y="870"/>
                  <a:pt x="125" y="862"/>
                </a:cubicBezTo>
                <a:cubicBezTo>
                  <a:pt x="126" y="862"/>
                  <a:pt x="126" y="862"/>
                  <a:pt x="127" y="862"/>
                </a:cubicBezTo>
                <a:cubicBezTo>
                  <a:pt x="131" y="861"/>
                  <a:pt x="140" y="857"/>
                  <a:pt x="148" y="853"/>
                </a:cubicBezTo>
                <a:cubicBezTo>
                  <a:pt x="148" y="853"/>
                  <a:pt x="149" y="854"/>
                  <a:pt x="150" y="854"/>
                </a:cubicBezTo>
                <a:cubicBezTo>
                  <a:pt x="151" y="854"/>
                  <a:pt x="152" y="853"/>
                  <a:pt x="153" y="853"/>
                </a:cubicBezTo>
                <a:cubicBezTo>
                  <a:pt x="154" y="854"/>
                  <a:pt x="156" y="854"/>
                  <a:pt x="158" y="854"/>
                </a:cubicBezTo>
                <a:cubicBezTo>
                  <a:pt x="161" y="854"/>
                  <a:pt x="165" y="853"/>
                  <a:pt x="167" y="850"/>
                </a:cubicBezTo>
                <a:cubicBezTo>
                  <a:pt x="168" y="851"/>
                  <a:pt x="169" y="851"/>
                  <a:pt x="170" y="851"/>
                </a:cubicBezTo>
                <a:cubicBezTo>
                  <a:pt x="173" y="851"/>
                  <a:pt x="176" y="848"/>
                  <a:pt x="176" y="845"/>
                </a:cubicBezTo>
                <a:cubicBezTo>
                  <a:pt x="176" y="844"/>
                  <a:pt x="176" y="842"/>
                  <a:pt x="175" y="841"/>
                </a:cubicBezTo>
                <a:cubicBezTo>
                  <a:pt x="175" y="841"/>
                  <a:pt x="175" y="841"/>
                  <a:pt x="175" y="840"/>
                </a:cubicBezTo>
                <a:cubicBezTo>
                  <a:pt x="175" y="839"/>
                  <a:pt x="174" y="837"/>
                  <a:pt x="172" y="837"/>
                </a:cubicBezTo>
                <a:cubicBezTo>
                  <a:pt x="172" y="837"/>
                  <a:pt x="172" y="837"/>
                  <a:pt x="172" y="837"/>
                </a:cubicBezTo>
                <a:cubicBezTo>
                  <a:pt x="172" y="837"/>
                  <a:pt x="171" y="837"/>
                  <a:pt x="171" y="837"/>
                </a:cubicBezTo>
                <a:cubicBezTo>
                  <a:pt x="170" y="836"/>
                  <a:pt x="169" y="835"/>
                  <a:pt x="167" y="834"/>
                </a:cubicBezTo>
                <a:cubicBezTo>
                  <a:pt x="167" y="834"/>
                  <a:pt x="167" y="834"/>
                  <a:pt x="167" y="833"/>
                </a:cubicBezTo>
                <a:cubicBezTo>
                  <a:pt x="167" y="831"/>
                  <a:pt x="166" y="830"/>
                  <a:pt x="164" y="830"/>
                </a:cubicBezTo>
                <a:cubicBezTo>
                  <a:pt x="163" y="830"/>
                  <a:pt x="163" y="830"/>
                  <a:pt x="163" y="830"/>
                </a:cubicBezTo>
                <a:cubicBezTo>
                  <a:pt x="162" y="827"/>
                  <a:pt x="160" y="826"/>
                  <a:pt x="158" y="826"/>
                </a:cubicBezTo>
                <a:cubicBezTo>
                  <a:pt x="154" y="826"/>
                  <a:pt x="152" y="829"/>
                  <a:pt x="151" y="832"/>
                </a:cubicBezTo>
                <a:cubicBezTo>
                  <a:pt x="151" y="832"/>
                  <a:pt x="151" y="832"/>
                  <a:pt x="151" y="832"/>
                </a:cubicBezTo>
                <a:cubicBezTo>
                  <a:pt x="150" y="832"/>
                  <a:pt x="148" y="833"/>
                  <a:pt x="148" y="835"/>
                </a:cubicBezTo>
                <a:cubicBezTo>
                  <a:pt x="148" y="835"/>
                  <a:pt x="148" y="835"/>
                  <a:pt x="148" y="835"/>
                </a:cubicBezTo>
                <a:cubicBezTo>
                  <a:pt x="148" y="835"/>
                  <a:pt x="147" y="835"/>
                  <a:pt x="147" y="835"/>
                </a:cubicBezTo>
                <a:cubicBezTo>
                  <a:pt x="147" y="835"/>
                  <a:pt x="147" y="835"/>
                  <a:pt x="146" y="835"/>
                </a:cubicBezTo>
                <a:cubicBezTo>
                  <a:pt x="144" y="835"/>
                  <a:pt x="143" y="836"/>
                  <a:pt x="142" y="838"/>
                </a:cubicBezTo>
                <a:cubicBezTo>
                  <a:pt x="139" y="838"/>
                  <a:pt x="136" y="841"/>
                  <a:pt x="136" y="844"/>
                </a:cubicBezTo>
                <a:cubicBezTo>
                  <a:pt x="136" y="848"/>
                  <a:pt x="139" y="850"/>
                  <a:pt x="143" y="850"/>
                </a:cubicBezTo>
                <a:cubicBezTo>
                  <a:pt x="143" y="850"/>
                  <a:pt x="144" y="850"/>
                  <a:pt x="145" y="850"/>
                </a:cubicBezTo>
                <a:cubicBezTo>
                  <a:pt x="145" y="851"/>
                  <a:pt x="146" y="851"/>
                  <a:pt x="146" y="852"/>
                </a:cubicBezTo>
                <a:cubicBezTo>
                  <a:pt x="142" y="854"/>
                  <a:pt x="135" y="857"/>
                  <a:pt x="126" y="859"/>
                </a:cubicBezTo>
                <a:cubicBezTo>
                  <a:pt x="132" y="846"/>
                  <a:pt x="140" y="833"/>
                  <a:pt x="144" y="823"/>
                </a:cubicBezTo>
                <a:cubicBezTo>
                  <a:pt x="151" y="820"/>
                  <a:pt x="158" y="816"/>
                  <a:pt x="163" y="810"/>
                </a:cubicBezTo>
                <a:cubicBezTo>
                  <a:pt x="167" y="812"/>
                  <a:pt x="172" y="814"/>
                  <a:pt x="177" y="814"/>
                </a:cubicBezTo>
                <a:cubicBezTo>
                  <a:pt x="191" y="814"/>
                  <a:pt x="202" y="802"/>
                  <a:pt x="202" y="788"/>
                </a:cubicBezTo>
                <a:cubicBezTo>
                  <a:pt x="202" y="783"/>
                  <a:pt x="201" y="778"/>
                  <a:pt x="198" y="774"/>
                </a:cubicBezTo>
                <a:cubicBezTo>
                  <a:pt x="198" y="773"/>
                  <a:pt x="199" y="771"/>
                  <a:pt x="199" y="770"/>
                </a:cubicBezTo>
                <a:cubicBezTo>
                  <a:pt x="199" y="762"/>
                  <a:pt x="193" y="757"/>
                  <a:pt x="185" y="757"/>
                </a:cubicBezTo>
                <a:cubicBezTo>
                  <a:pt x="185" y="757"/>
                  <a:pt x="185" y="757"/>
                  <a:pt x="184" y="757"/>
                </a:cubicBezTo>
                <a:cubicBezTo>
                  <a:pt x="183" y="756"/>
                  <a:pt x="182" y="756"/>
                  <a:pt x="181" y="755"/>
                </a:cubicBezTo>
                <a:cubicBezTo>
                  <a:pt x="177" y="750"/>
                  <a:pt x="172" y="746"/>
                  <a:pt x="166" y="745"/>
                </a:cubicBezTo>
                <a:cubicBezTo>
                  <a:pt x="166" y="743"/>
                  <a:pt x="166" y="742"/>
                  <a:pt x="166" y="741"/>
                </a:cubicBezTo>
                <a:cubicBezTo>
                  <a:pt x="166" y="732"/>
                  <a:pt x="159" y="725"/>
                  <a:pt x="150" y="725"/>
                </a:cubicBezTo>
                <a:cubicBezTo>
                  <a:pt x="150" y="725"/>
                  <a:pt x="149" y="725"/>
                  <a:pt x="149" y="725"/>
                </a:cubicBezTo>
                <a:cubicBezTo>
                  <a:pt x="145" y="716"/>
                  <a:pt x="136" y="710"/>
                  <a:pt x="126" y="710"/>
                </a:cubicBezTo>
                <a:cubicBezTo>
                  <a:pt x="112" y="710"/>
                  <a:pt x="101" y="720"/>
                  <a:pt x="100" y="734"/>
                </a:cubicBezTo>
                <a:cubicBezTo>
                  <a:pt x="100" y="734"/>
                  <a:pt x="100" y="734"/>
                  <a:pt x="99" y="734"/>
                </a:cubicBezTo>
                <a:cubicBezTo>
                  <a:pt x="93" y="734"/>
                  <a:pt x="87" y="739"/>
                  <a:pt x="86" y="745"/>
                </a:cubicBezTo>
                <a:cubicBezTo>
                  <a:pt x="86" y="745"/>
                  <a:pt x="86" y="745"/>
                  <a:pt x="86" y="745"/>
                </a:cubicBezTo>
                <a:cubicBezTo>
                  <a:pt x="85" y="745"/>
                  <a:pt x="83" y="745"/>
                  <a:pt x="82" y="746"/>
                </a:cubicBezTo>
                <a:cubicBezTo>
                  <a:pt x="82" y="746"/>
                  <a:pt x="81" y="745"/>
                  <a:pt x="80" y="745"/>
                </a:cubicBezTo>
                <a:cubicBezTo>
                  <a:pt x="71" y="745"/>
                  <a:pt x="63" y="752"/>
                  <a:pt x="61" y="760"/>
                </a:cubicBezTo>
                <a:cubicBezTo>
                  <a:pt x="48" y="761"/>
                  <a:pt x="38" y="772"/>
                  <a:pt x="38" y="786"/>
                </a:cubicBezTo>
                <a:cubicBezTo>
                  <a:pt x="38" y="800"/>
                  <a:pt x="49" y="811"/>
                  <a:pt x="64" y="811"/>
                </a:cubicBezTo>
                <a:cubicBezTo>
                  <a:pt x="67" y="811"/>
                  <a:pt x="71" y="810"/>
                  <a:pt x="74" y="809"/>
                </a:cubicBezTo>
                <a:cubicBezTo>
                  <a:pt x="77" y="818"/>
                  <a:pt x="85" y="824"/>
                  <a:pt x="94" y="824"/>
                </a:cubicBezTo>
                <a:cubicBezTo>
                  <a:pt x="98" y="824"/>
                  <a:pt x="102" y="823"/>
                  <a:pt x="105" y="821"/>
                </a:cubicBezTo>
                <a:cubicBezTo>
                  <a:pt x="108" y="822"/>
                  <a:pt x="111" y="823"/>
                  <a:pt x="115" y="824"/>
                </a:cubicBezTo>
                <a:cubicBezTo>
                  <a:pt x="115" y="829"/>
                  <a:pt x="115" y="840"/>
                  <a:pt x="109" y="865"/>
                </a:cubicBezTo>
                <a:cubicBezTo>
                  <a:pt x="107" y="872"/>
                  <a:pt x="106" y="880"/>
                  <a:pt x="105" y="887"/>
                </a:cubicBezTo>
                <a:cubicBezTo>
                  <a:pt x="97" y="884"/>
                  <a:pt x="91" y="880"/>
                  <a:pt x="86" y="877"/>
                </a:cubicBezTo>
                <a:cubicBezTo>
                  <a:pt x="84" y="873"/>
                  <a:pt x="83" y="868"/>
                  <a:pt x="82" y="864"/>
                </a:cubicBezTo>
                <a:cubicBezTo>
                  <a:pt x="84" y="863"/>
                  <a:pt x="85" y="862"/>
                  <a:pt x="87" y="860"/>
                </a:cubicBezTo>
                <a:cubicBezTo>
                  <a:pt x="88" y="861"/>
                  <a:pt x="90" y="862"/>
                  <a:pt x="92" y="862"/>
                </a:cubicBezTo>
                <a:cubicBezTo>
                  <a:pt x="98" y="862"/>
                  <a:pt x="102" y="857"/>
                  <a:pt x="102" y="852"/>
                </a:cubicBezTo>
                <a:cubicBezTo>
                  <a:pt x="102" y="850"/>
                  <a:pt x="102" y="848"/>
                  <a:pt x="101" y="846"/>
                </a:cubicBezTo>
                <a:cubicBezTo>
                  <a:pt x="101" y="845"/>
                  <a:pt x="101" y="845"/>
                  <a:pt x="101" y="844"/>
                </a:cubicBezTo>
                <a:cubicBezTo>
                  <a:pt x="101" y="841"/>
                  <a:pt x="98" y="839"/>
                  <a:pt x="96" y="839"/>
                </a:cubicBezTo>
                <a:cubicBezTo>
                  <a:pt x="95" y="839"/>
                  <a:pt x="95" y="839"/>
                  <a:pt x="95" y="839"/>
                </a:cubicBezTo>
                <a:cubicBezTo>
                  <a:pt x="95" y="839"/>
                  <a:pt x="94" y="839"/>
                  <a:pt x="94" y="839"/>
                </a:cubicBezTo>
                <a:cubicBezTo>
                  <a:pt x="92" y="837"/>
                  <a:pt x="90" y="835"/>
                  <a:pt x="88" y="834"/>
                </a:cubicBezTo>
                <a:cubicBezTo>
                  <a:pt x="88" y="834"/>
                  <a:pt x="88" y="833"/>
                  <a:pt x="88" y="833"/>
                </a:cubicBezTo>
                <a:cubicBezTo>
                  <a:pt x="88" y="829"/>
                  <a:pt x="85" y="826"/>
                  <a:pt x="82" y="826"/>
                </a:cubicBezTo>
                <a:cubicBezTo>
                  <a:pt x="81" y="826"/>
                  <a:pt x="81" y="826"/>
                  <a:pt x="81" y="826"/>
                </a:cubicBezTo>
                <a:cubicBezTo>
                  <a:pt x="79" y="823"/>
                  <a:pt x="76" y="820"/>
                  <a:pt x="72" y="820"/>
                </a:cubicBezTo>
                <a:cubicBezTo>
                  <a:pt x="66" y="820"/>
                  <a:pt x="62" y="825"/>
                  <a:pt x="62" y="830"/>
                </a:cubicBezTo>
                <a:cubicBezTo>
                  <a:pt x="62" y="830"/>
                  <a:pt x="61" y="830"/>
                  <a:pt x="61" y="830"/>
                </a:cubicBezTo>
                <a:cubicBezTo>
                  <a:pt x="59" y="830"/>
                  <a:pt x="57" y="832"/>
                  <a:pt x="56" y="835"/>
                </a:cubicBezTo>
                <a:cubicBezTo>
                  <a:pt x="56" y="835"/>
                  <a:pt x="56" y="835"/>
                  <a:pt x="56" y="835"/>
                </a:cubicBezTo>
                <a:cubicBezTo>
                  <a:pt x="56" y="835"/>
                  <a:pt x="55" y="835"/>
                  <a:pt x="55" y="835"/>
                </a:cubicBezTo>
                <a:cubicBezTo>
                  <a:pt x="54" y="835"/>
                  <a:pt x="54" y="835"/>
                  <a:pt x="53" y="835"/>
                </a:cubicBezTo>
                <a:cubicBezTo>
                  <a:pt x="50" y="835"/>
                  <a:pt x="47" y="837"/>
                  <a:pt x="46" y="840"/>
                </a:cubicBezTo>
                <a:cubicBezTo>
                  <a:pt x="41" y="841"/>
                  <a:pt x="37" y="845"/>
                  <a:pt x="37" y="851"/>
                </a:cubicBezTo>
                <a:cubicBezTo>
                  <a:pt x="37" y="856"/>
                  <a:pt x="41" y="861"/>
                  <a:pt x="47" y="861"/>
                </a:cubicBezTo>
                <a:cubicBezTo>
                  <a:pt x="49" y="861"/>
                  <a:pt x="50" y="861"/>
                  <a:pt x="51" y="860"/>
                </a:cubicBezTo>
                <a:cubicBezTo>
                  <a:pt x="52" y="863"/>
                  <a:pt x="55" y="866"/>
                  <a:pt x="59" y="866"/>
                </a:cubicBezTo>
                <a:cubicBezTo>
                  <a:pt x="61" y="866"/>
                  <a:pt x="62" y="865"/>
                  <a:pt x="64" y="865"/>
                </a:cubicBezTo>
                <a:cubicBezTo>
                  <a:pt x="66" y="866"/>
                  <a:pt x="69" y="867"/>
                  <a:pt x="71" y="867"/>
                </a:cubicBezTo>
                <a:cubicBezTo>
                  <a:pt x="76" y="873"/>
                  <a:pt x="84" y="879"/>
                  <a:pt x="89" y="883"/>
                </a:cubicBezTo>
                <a:cubicBezTo>
                  <a:pt x="90" y="885"/>
                  <a:pt x="90" y="885"/>
                  <a:pt x="90" y="883"/>
                </a:cubicBezTo>
                <a:cubicBezTo>
                  <a:pt x="91" y="885"/>
                  <a:pt x="93" y="886"/>
                  <a:pt x="94" y="886"/>
                </a:cubicBezTo>
                <a:cubicBezTo>
                  <a:pt x="99" y="888"/>
                  <a:pt x="102" y="892"/>
                  <a:pt x="104" y="895"/>
                </a:cubicBezTo>
                <a:cubicBezTo>
                  <a:pt x="102" y="910"/>
                  <a:pt x="102" y="923"/>
                  <a:pt x="102" y="931"/>
                </a:cubicBezTo>
                <a:cubicBezTo>
                  <a:pt x="102" y="931"/>
                  <a:pt x="102" y="931"/>
                  <a:pt x="102" y="931"/>
                </a:cubicBezTo>
                <a:cubicBezTo>
                  <a:pt x="102" y="931"/>
                  <a:pt x="103" y="937"/>
                  <a:pt x="92" y="938"/>
                </a:cubicBezTo>
                <a:cubicBezTo>
                  <a:pt x="86" y="939"/>
                  <a:pt x="83" y="939"/>
                  <a:pt x="81" y="939"/>
                </a:cubicBezTo>
                <a:cubicBezTo>
                  <a:pt x="81" y="939"/>
                  <a:pt x="81" y="939"/>
                  <a:pt x="81" y="939"/>
                </a:cubicBezTo>
                <a:cubicBezTo>
                  <a:pt x="75" y="939"/>
                  <a:pt x="52" y="939"/>
                  <a:pt x="46" y="942"/>
                </a:cubicBezTo>
                <a:cubicBezTo>
                  <a:pt x="41" y="945"/>
                  <a:pt x="57" y="946"/>
                  <a:pt x="79" y="947"/>
                </a:cubicBezTo>
                <a:cubicBezTo>
                  <a:pt x="60" y="949"/>
                  <a:pt x="45" y="951"/>
                  <a:pt x="37" y="956"/>
                </a:cubicBezTo>
                <a:cubicBezTo>
                  <a:pt x="9" y="970"/>
                  <a:pt x="143" y="978"/>
                  <a:pt x="272" y="973"/>
                </a:cubicBezTo>
                <a:cubicBezTo>
                  <a:pt x="401" y="969"/>
                  <a:pt x="457" y="973"/>
                  <a:pt x="535" y="970"/>
                </a:cubicBezTo>
                <a:cubicBezTo>
                  <a:pt x="612" y="967"/>
                  <a:pt x="762" y="956"/>
                  <a:pt x="696" y="951"/>
                </a:cubicBezTo>
                <a:close/>
                <a:moveTo>
                  <a:pt x="611" y="833"/>
                </a:moveTo>
                <a:cubicBezTo>
                  <a:pt x="613" y="834"/>
                  <a:pt x="616" y="835"/>
                  <a:pt x="619" y="835"/>
                </a:cubicBezTo>
                <a:cubicBezTo>
                  <a:pt x="616" y="838"/>
                  <a:pt x="613" y="841"/>
                  <a:pt x="610" y="844"/>
                </a:cubicBezTo>
                <a:cubicBezTo>
                  <a:pt x="610" y="842"/>
                  <a:pt x="610" y="838"/>
                  <a:pt x="611" y="833"/>
                </a:cubicBezTo>
                <a:close/>
                <a:moveTo>
                  <a:pt x="153" y="645"/>
                </a:moveTo>
                <a:cubicBezTo>
                  <a:pt x="161" y="645"/>
                  <a:pt x="169" y="643"/>
                  <a:pt x="176" y="640"/>
                </a:cubicBezTo>
                <a:cubicBezTo>
                  <a:pt x="176" y="653"/>
                  <a:pt x="178" y="665"/>
                  <a:pt x="178" y="670"/>
                </a:cubicBezTo>
                <a:cubicBezTo>
                  <a:pt x="168" y="661"/>
                  <a:pt x="160" y="653"/>
                  <a:pt x="153" y="645"/>
                </a:cubicBezTo>
                <a:close/>
                <a:moveTo>
                  <a:pt x="185" y="912"/>
                </a:moveTo>
                <a:cubicBezTo>
                  <a:pt x="186" y="913"/>
                  <a:pt x="187" y="913"/>
                  <a:pt x="187" y="913"/>
                </a:cubicBezTo>
                <a:cubicBezTo>
                  <a:pt x="187" y="913"/>
                  <a:pt x="186" y="914"/>
                  <a:pt x="185" y="915"/>
                </a:cubicBezTo>
                <a:cubicBezTo>
                  <a:pt x="185" y="914"/>
                  <a:pt x="185" y="913"/>
                  <a:pt x="185" y="912"/>
                </a:cubicBezTo>
                <a:close/>
                <a:moveTo>
                  <a:pt x="74" y="867"/>
                </a:moveTo>
                <a:cubicBezTo>
                  <a:pt x="76" y="866"/>
                  <a:pt x="78" y="866"/>
                  <a:pt x="80" y="865"/>
                </a:cubicBezTo>
                <a:cubicBezTo>
                  <a:pt x="80" y="869"/>
                  <a:pt x="80" y="871"/>
                  <a:pt x="80" y="873"/>
                </a:cubicBezTo>
                <a:cubicBezTo>
                  <a:pt x="78" y="870"/>
                  <a:pt x="76" y="868"/>
                  <a:pt x="74" y="867"/>
                </a:cubicBezTo>
                <a:close/>
                <a:moveTo>
                  <a:pt x="547" y="807"/>
                </a:moveTo>
                <a:cubicBezTo>
                  <a:pt x="547" y="807"/>
                  <a:pt x="547" y="807"/>
                  <a:pt x="547" y="807"/>
                </a:cubicBezTo>
                <a:cubicBezTo>
                  <a:pt x="542" y="801"/>
                  <a:pt x="535" y="786"/>
                  <a:pt x="530" y="774"/>
                </a:cubicBezTo>
                <a:cubicBezTo>
                  <a:pt x="534" y="775"/>
                  <a:pt x="537" y="775"/>
                  <a:pt x="541" y="775"/>
                </a:cubicBezTo>
                <a:cubicBezTo>
                  <a:pt x="542" y="775"/>
                  <a:pt x="544" y="775"/>
                  <a:pt x="544" y="775"/>
                </a:cubicBezTo>
                <a:cubicBezTo>
                  <a:pt x="544" y="775"/>
                  <a:pt x="544" y="775"/>
                  <a:pt x="544" y="776"/>
                </a:cubicBezTo>
                <a:cubicBezTo>
                  <a:pt x="544" y="776"/>
                  <a:pt x="545" y="777"/>
                  <a:pt x="545" y="778"/>
                </a:cubicBezTo>
                <a:cubicBezTo>
                  <a:pt x="545" y="779"/>
                  <a:pt x="545" y="779"/>
                  <a:pt x="545" y="779"/>
                </a:cubicBezTo>
                <a:cubicBezTo>
                  <a:pt x="545" y="780"/>
                  <a:pt x="546" y="781"/>
                  <a:pt x="546" y="782"/>
                </a:cubicBezTo>
                <a:cubicBezTo>
                  <a:pt x="546" y="782"/>
                  <a:pt x="546" y="783"/>
                  <a:pt x="546" y="783"/>
                </a:cubicBezTo>
                <a:cubicBezTo>
                  <a:pt x="546" y="784"/>
                  <a:pt x="546" y="786"/>
                  <a:pt x="546" y="787"/>
                </a:cubicBezTo>
                <a:cubicBezTo>
                  <a:pt x="546" y="788"/>
                  <a:pt x="546" y="788"/>
                  <a:pt x="546" y="789"/>
                </a:cubicBezTo>
                <a:cubicBezTo>
                  <a:pt x="546" y="790"/>
                  <a:pt x="546" y="790"/>
                  <a:pt x="546" y="791"/>
                </a:cubicBezTo>
                <a:cubicBezTo>
                  <a:pt x="547" y="791"/>
                  <a:pt x="547" y="792"/>
                  <a:pt x="547" y="793"/>
                </a:cubicBezTo>
                <a:cubicBezTo>
                  <a:pt x="547" y="793"/>
                  <a:pt x="547" y="794"/>
                  <a:pt x="547" y="794"/>
                </a:cubicBezTo>
                <a:cubicBezTo>
                  <a:pt x="547" y="795"/>
                  <a:pt x="547" y="795"/>
                  <a:pt x="547" y="796"/>
                </a:cubicBezTo>
                <a:cubicBezTo>
                  <a:pt x="547" y="797"/>
                  <a:pt x="547" y="797"/>
                  <a:pt x="547" y="797"/>
                </a:cubicBezTo>
                <a:cubicBezTo>
                  <a:pt x="547" y="798"/>
                  <a:pt x="547" y="799"/>
                  <a:pt x="547" y="800"/>
                </a:cubicBezTo>
                <a:cubicBezTo>
                  <a:pt x="547" y="800"/>
                  <a:pt x="547" y="800"/>
                  <a:pt x="547" y="800"/>
                </a:cubicBezTo>
                <a:cubicBezTo>
                  <a:pt x="548" y="801"/>
                  <a:pt x="548" y="802"/>
                  <a:pt x="548" y="803"/>
                </a:cubicBezTo>
                <a:cubicBezTo>
                  <a:pt x="548" y="803"/>
                  <a:pt x="548" y="803"/>
                  <a:pt x="548" y="803"/>
                </a:cubicBezTo>
                <a:cubicBezTo>
                  <a:pt x="548" y="804"/>
                  <a:pt x="548" y="805"/>
                  <a:pt x="548" y="805"/>
                </a:cubicBezTo>
                <a:cubicBezTo>
                  <a:pt x="548" y="805"/>
                  <a:pt x="548" y="806"/>
                  <a:pt x="548" y="806"/>
                </a:cubicBezTo>
                <a:cubicBezTo>
                  <a:pt x="548" y="806"/>
                  <a:pt x="548" y="807"/>
                  <a:pt x="548" y="807"/>
                </a:cubicBezTo>
                <a:cubicBezTo>
                  <a:pt x="548" y="807"/>
                  <a:pt x="548" y="807"/>
                  <a:pt x="548" y="807"/>
                </a:cubicBezTo>
                <a:cubicBezTo>
                  <a:pt x="548" y="808"/>
                  <a:pt x="548" y="808"/>
                  <a:pt x="548" y="808"/>
                </a:cubicBezTo>
                <a:cubicBezTo>
                  <a:pt x="548" y="808"/>
                  <a:pt x="548" y="808"/>
                  <a:pt x="548" y="808"/>
                </a:cubicBezTo>
                <a:cubicBezTo>
                  <a:pt x="548" y="809"/>
                  <a:pt x="548" y="809"/>
                  <a:pt x="548" y="809"/>
                </a:cubicBezTo>
                <a:cubicBezTo>
                  <a:pt x="548" y="808"/>
                  <a:pt x="548" y="808"/>
                  <a:pt x="547" y="807"/>
                </a:cubicBezTo>
                <a:close/>
                <a:moveTo>
                  <a:pt x="399" y="482"/>
                </a:moveTo>
                <a:cubicBezTo>
                  <a:pt x="399" y="483"/>
                  <a:pt x="398" y="484"/>
                  <a:pt x="398" y="485"/>
                </a:cubicBezTo>
                <a:cubicBezTo>
                  <a:pt x="397" y="486"/>
                  <a:pt x="397" y="487"/>
                  <a:pt x="397" y="488"/>
                </a:cubicBezTo>
                <a:cubicBezTo>
                  <a:pt x="396" y="489"/>
                  <a:pt x="396" y="490"/>
                  <a:pt x="395" y="491"/>
                </a:cubicBezTo>
                <a:cubicBezTo>
                  <a:pt x="395" y="492"/>
                  <a:pt x="394" y="494"/>
                  <a:pt x="394" y="495"/>
                </a:cubicBezTo>
                <a:cubicBezTo>
                  <a:pt x="393" y="495"/>
                  <a:pt x="393" y="496"/>
                  <a:pt x="393" y="497"/>
                </a:cubicBezTo>
                <a:cubicBezTo>
                  <a:pt x="392" y="498"/>
                  <a:pt x="391" y="500"/>
                  <a:pt x="390" y="502"/>
                </a:cubicBezTo>
                <a:cubicBezTo>
                  <a:pt x="390" y="502"/>
                  <a:pt x="390" y="502"/>
                  <a:pt x="390" y="502"/>
                </a:cubicBezTo>
                <a:cubicBezTo>
                  <a:pt x="389" y="504"/>
                  <a:pt x="388" y="506"/>
                  <a:pt x="388" y="508"/>
                </a:cubicBezTo>
                <a:cubicBezTo>
                  <a:pt x="388" y="508"/>
                  <a:pt x="387" y="508"/>
                  <a:pt x="387" y="508"/>
                </a:cubicBezTo>
                <a:cubicBezTo>
                  <a:pt x="385" y="512"/>
                  <a:pt x="384" y="516"/>
                  <a:pt x="382" y="520"/>
                </a:cubicBezTo>
                <a:cubicBezTo>
                  <a:pt x="382" y="520"/>
                  <a:pt x="382" y="520"/>
                  <a:pt x="382" y="520"/>
                </a:cubicBezTo>
                <a:cubicBezTo>
                  <a:pt x="376" y="532"/>
                  <a:pt x="370" y="543"/>
                  <a:pt x="364" y="553"/>
                </a:cubicBezTo>
                <a:cubicBezTo>
                  <a:pt x="364" y="553"/>
                  <a:pt x="364" y="553"/>
                  <a:pt x="364" y="553"/>
                </a:cubicBezTo>
                <a:cubicBezTo>
                  <a:pt x="362" y="556"/>
                  <a:pt x="360" y="559"/>
                  <a:pt x="358" y="561"/>
                </a:cubicBezTo>
                <a:cubicBezTo>
                  <a:pt x="358" y="562"/>
                  <a:pt x="358" y="562"/>
                  <a:pt x="358" y="562"/>
                </a:cubicBezTo>
                <a:cubicBezTo>
                  <a:pt x="356" y="564"/>
                  <a:pt x="355" y="566"/>
                  <a:pt x="353" y="568"/>
                </a:cubicBezTo>
                <a:cubicBezTo>
                  <a:pt x="353" y="569"/>
                  <a:pt x="353" y="569"/>
                  <a:pt x="353" y="569"/>
                </a:cubicBezTo>
                <a:cubicBezTo>
                  <a:pt x="352" y="570"/>
                  <a:pt x="351" y="571"/>
                  <a:pt x="350" y="572"/>
                </a:cubicBezTo>
                <a:cubicBezTo>
                  <a:pt x="350" y="572"/>
                  <a:pt x="350" y="571"/>
                  <a:pt x="350" y="571"/>
                </a:cubicBezTo>
                <a:cubicBezTo>
                  <a:pt x="350" y="571"/>
                  <a:pt x="350" y="571"/>
                  <a:pt x="350" y="571"/>
                </a:cubicBezTo>
                <a:cubicBezTo>
                  <a:pt x="350" y="571"/>
                  <a:pt x="350" y="571"/>
                  <a:pt x="350" y="571"/>
                </a:cubicBezTo>
                <a:cubicBezTo>
                  <a:pt x="350" y="570"/>
                  <a:pt x="350" y="570"/>
                  <a:pt x="350" y="570"/>
                </a:cubicBezTo>
                <a:cubicBezTo>
                  <a:pt x="350" y="570"/>
                  <a:pt x="350" y="570"/>
                  <a:pt x="350" y="569"/>
                </a:cubicBezTo>
                <a:cubicBezTo>
                  <a:pt x="350" y="569"/>
                  <a:pt x="351" y="569"/>
                  <a:pt x="351" y="569"/>
                </a:cubicBezTo>
                <a:cubicBezTo>
                  <a:pt x="351" y="568"/>
                  <a:pt x="351" y="567"/>
                  <a:pt x="351" y="565"/>
                </a:cubicBezTo>
                <a:cubicBezTo>
                  <a:pt x="351" y="565"/>
                  <a:pt x="351" y="565"/>
                  <a:pt x="351" y="565"/>
                </a:cubicBezTo>
                <a:cubicBezTo>
                  <a:pt x="351" y="564"/>
                  <a:pt x="351" y="563"/>
                  <a:pt x="351" y="562"/>
                </a:cubicBezTo>
                <a:cubicBezTo>
                  <a:pt x="351" y="562"/>
                  <a:pt x="351" y="562"/>
                  <a:pt x="351" y="562"/>
                </a:cubicBezTo>
                <a:cubicBezTo>
                  <a:pt x="352" y="561"/>
                  <a:pt x="352" y="560"/>
                  <a:pt x="352" y="559"/>
                </a:cubicBezTo>
                <a:cubicBezTo>
                  <a:pt x="352" y="559"/>
                  <a:pt x="352" y="559"/>
                  <a:pt x="352" y="559"/>
                </a:cubicBezTo>
                <a:cubicBezTo>
                  <a:pt x="352" y="556"/>
                  <a:pt x="353" y="552"/>
                  <a:pt x="353" y="548"/>
                </a:cubicBezTo>
                <a:cubicBezTo>
                  <a:pt x="353" y="547"/>
                  <a:pt x="353" y="547"/>
                  <a:pt x="353" y="547"/>
                </a:cubicBezTo>
                <a:cubicBezTo>
                  <a:pt x="353" y="546"/>
                  <a:pt x="354" y="545"/>
                  <a:pt x="354" y="543"/>
                </a:cubicBezTo>
                <a:cubicBezTo>
                  <a:pt x="354" y="543"/>
                  <a:pt x="354" y="543"/>
                  <a:pt x="354" y="543"/>
                </a:cubicBezTo>
                <a:cubicBezTo>
                  <a:pt x="354" y="541"/>
                  <a:pt x="354" y="540"/>
                  <a:pt x="354" y="538"/>
                </a:cubicBezTo>
                <a:cubicBezTo>
                  <a:pt x="354" y="538"/>
                  <a:pt x="354" y="538"/>
                  <a:pt x="354" y="538"/>
                </a:cubicBezTo>
                <a:cubicBezTo>
                  <a:pt x="355" y="533"/>
                  <a:pt x="355" y="528"/>
                  <a:pt x="356" y="523"/>
                </a:cubicBezTo>
                <a:cubicBezTo>
                  <a:pt x="356" y="523"/>
                  <a:pt x="356" y="523"/>
                  <a:pt x="356" y="522"/>
                </a:cubicBezTo>
                <a:cubicBezTo>
                  <a:pt x="356" y="521"/>
                  <a:pt x="356" y="519"/>
                  <a:pt x="356" y="517"/>
                </a:cubicBezTo>
                <a:cubicBezTo>
                  <a:pt x="356" y="517"/>
                  <a:pt x="356" y="517"/>
                  <a:pt x="356" y="517"/>
                </a:cubicBezTo>
                <a:cubicBezTo>
                  <a:pt x="357" y="504"/>
                  <a:pt x="358" y="491"/>
                  <a:pt x="358" y="478"/>
                </a:cubicBezTo>
                <a:cubicBezTo>
                  <a:pt x="362" y="478"/>
                  <a:pt x="366" y="478"/>
                  <a:pt x="369" y="478"/>
                </a:cubicBezTo>
                <a:cubicBezTo>
                  <a:pt x="380" y="478"/>
                  <a:pt x="391" y="477"/>
                  <a:pt x="402" y="476"/>
                </a:cubicBezTo>
                <a:cubicBezTo>
                  <a:pt x="401" y="477"/>
                  <a:pt x="400" y="479"/>
                  <a:pt x="400" y="481"/>
                </a:cubicBezTo>
                <a:cubicBezTo>
                  <a:pt x="399" y="481"/>
                  <a:pt x="399" y="481"/>
                  <a:pt x="399" y="482"/>
                </a:cubicBezTo>
                <a:close/>
                <a:moveTo>
                  <a:pt x="170" y="906"/>
                </a:moveTo>
                <a:cubicBezTo>
                  <a:pt x="170" y="906"/>
                  <a:pt x="170" y="906"/>
                  <a:pt x="170" y="906"/>
                </a:cubicBezTo>
                <a:cubicBezTo>
                  <a:pt x="168" y="904"/>
                  <a:pt x="167" y="901"/>
                  <a:pt x="166" y="898"/>
                </a:cubicBezTo>
                <a:cubicBezTo>
                  <a:pt x="167" y="898"/>
                  <a:pt x="168" y="898"/>
                  <a:pt x="169" y="898"/>
                </a:cubicBezTo>
                <a:cubicBezTo>
                  <a:pt x="169" y="898"/>
                  <a:pt x="169" y="898"/>
                  <a:pt x="170" y="898"/>
                </a:cubicBezTo>
                <a:cubicBezTo>
                  <a:pt x="170" y="898"/>
                  <a:pt x="170" y="899"/>
                  <a:pt x="170" y="899"/>
                </a:cubicBezTo>
                <a:cubicBezTo>
                  <a:pt x="170" y="899"/>
                  <a:pt x="170" y="900"/>
                  <a:pt x="170" y="900"/>
                </a:cubicBezTo>
                <a:cubicBezTo>
                  <a:pt x="170" y="900"/>
                  <a:pt x="170" y="901"/>
                  <a:pt x="170" y="902"/>
                </a:cubicBezTo>
                <a:cubicBezTo>
                  <a:pt x="170" y="902"/>
                  <a:pt x="170" y="902"/>
                  <a:pt x="170" y="902"/>
                </a:cubicBezTo>
                <a:cubicBezTo>
                  <a:pt x="170" y="903"/>
                  <a:pt x="170" y="903"/>
                  <a:pt x="170" y="903"/>
                </a:cubicBezTo>
                <a:cubicBezTo>
                  <a:pt x="170" y="904"/>
                  <a:pt x="170" y="904"/>
                  <a:pt x="170" y="904"/>
                </a:cubicBezTo>
                <a:cubicBezTo>
                  <a:pt x="170" y="904"/>
                  <a:pt x="170" y="904"/>
                  <a:pt x="170" y="905"/>
                </a:cubicBezTo>
                <a:cubicBezTo>
                  <a:pt x="170" y="905"/>
                  <a:pt x="170" y="905"/>
                  <a:pt x="170" y="905"/>
                </a:cubicBezTo>
                <a:cubicBezTo>
                  <a:pt x="170" y="905"/>
                  <a:pt x="170" y="906"/>
                  <a:pt x="170" y="906"/>
                </a:cubicBezTo>
                <a:cubicBezTo>
                  <a:pt x="170" y="906"/>
                  <a:pt x="170" y="906"/>
                  <a:pt x="170" y="906"/>
                </a:cubicBezTo>
                <a:cubicBezTo>
                  <a:pt x="170" y="906"/>
                  <a:pt x="170" y="906"/>
                  <a:pt x="170" y="906"/>
                </a:cubicBezTo>
                <a:cubicBezTo>
                  <a:pt x="170" y="906"/>
                  <a:pt x="170" y="906"/>
                  <a:pt x="170" y="906"/>
                </a:cubicBezTo>
                <a:close/>
                <a:moveTo>
                  <a:pt x="134" y="828"/>
                </a:moveTo>
                <a:cubicBezTo>
                  <a:pt x="133" y="828"/>
                  <a:pt x="133" y="829"/>
                  <a:pt x="133" y="829"/>
                </a:cubicBezTo>
                <a:cubicBezTo>
                  <a:pt x="133" y="830"/>
                  <a:pt x="132" y="831"/>
                  <a:pt x="132" y="832"/>
                </a:cubicBezTo>
                <a:cubicBezTo>
                  <a:pt x="131" y="833"/>
                  <a:pt x="131" y="833"/>
                  <a:pt x="131" y="833"/>
                </a:cubicBezTo>
                <a:cubicBezTo>
                  <a:pt x="131" y="834"/>
                  <a:pt x="130" y="835"/>
                  <a:pt x="130" y="836"/>
                </a:cubicBezTo>
                <a:cubicBezTo>
                  <a:pt x="130" y="836"/>
                  <a:pt x="130" y="837"/>
                  <a:pt x="129" y="837"/>
                </a:cubicBezTo>
                <a:cubicBezTo>
                  <a:pt x="129" y="838"/>
                  <a:pt x="128" y="839"/>
                  <a:pt x="128" y="840"/>
                </a:cubicBezTo>
                <a:cubicBezTo>
                  <a:pt x="128" y="840"/>
                  <a:pt x="128" y="840"/>
                  <a:pt x="128" y="841"/>
                </a:cubicBezTo>
                <a:cubicBezTo>
                  <a:pt x="127" y="841"/>
                  <a:pt x="126" y="842"/>
                  <a:pt x="126" y="843"/>
                </a:cubicBezTo>
                <a:cubicBezTo>
                  <a:pt x="126" y="844"/>
                  <a:pt x="126" y="844"/>
                  <a:pt x="125" y="844"/>
                </a:cubicBezTo>
                <a:cubicBezTo>
                  <a:pt x="125" y="845"/>
                  <a:pt x="125" y="845"/>
                  <a:pt x="124" y="846"/>
                </a:cubicBezTo>
                <a:cubicBezTo>
                  <a:pt x="124" y="846"/>
                  <a:pt x="124" y="847"/>
                  <a:pt x="124" y="847"/>
                </a:cubicBezTo>
                <a:cubicBezTo>
                  <a:pt x="123" y="847"/>
                  <a:pt x="123" y="848"/>
                  <a:pt x="122" y="849"/>
                </a:cubicBezTo>
                <a:cubicBezTo>
                  <a:pt x="122" y="849"/>
                  <a:pt x="122" y="849"/>
                  <a:pt x="122" y="848"/>
                </a:cubicBezTo>
                <a:cubicBezTo>
                  <a:pt x="122" y="848"/>
                  <a:pt x="122" y="848"/>
                  <a:pt x="122" y="848"/>
                </a:cubicBezTo>
                <a:cubicBezTo>
                  <a:pt x="122" y="848"/>
                  <a:pt x="122" y="848"/>
                  <a:pt x="122" y="848"/>
                </a:cubicBezTo>
                <a:cubicBezTo>
                  <a:pt x="122" y="848"/>
                  <a:pt x="122" y="848"/>
                  <a:pt x="122" y="847"/>
                </a:cubicBezTo>
                <a:cubicBezTo>
                  <a:pt x="122" y="847"/>
                  <a:pt x="122" y="847"/>
                  <a:pt x="122" y="847"/>
                </a:cubicBezTo>
                <a:cubicBezTo>
                  <a:pt x="122" y="847"/>
                  <a:pt x="123" y="846"/>
                  <a:pt x="123" y="846"/>
                </a:cubicBezTo>
                <a:cubicBezTo>
                  <a:pt x="123" y="846"/>
                  <a:pt x="124" y="845"/>
                  <a:pt x="124" y="845"/>
                </a:cubicBezTo>
                <a:cubicBezTo>
                  <a:pt x="124" y="845"/>
                  <a:pt x="124" y="845"/>
                  <a:pt x="124" y="845"/>
                </a:cubicBezTo>
                <a:cubicBezTo>
                  <a:pt x="124" y="844"/>
                  <a:pt x="123" y="844"/>
                  <a:pt x="124" y="843"/>
                </a:cubicBezTo>
                <a:cubicBezTo>
                  <a:pt x="124" y="843"/>
                  <a:pt x="123" y="843"/>
                  <a:pt x="123" y="843"/>
                </a:cubicBezTo>
                <a:cubicBezTo>
                  <a:pt x="123" y="842"/>
                  <a:pt x="123" y="841"/>
                  <a:pt x="123" y="841"/>
                </a:cubicBezTo>
                <a:cubicBezTo>
                  <a:pt x="123" y="841"/>
                  <a:pt x="123" y="840"/>
                  <a:pt x="123" y="840"/>
                </a:cubicBezTo>
                <a:cubicBezTo>
                  <a:pt x="123" y="840"/>
                  <a:pt x="123" y="839"/>
                  <a:pt x="123" y="838"/>
                </a:cubicBezTo>
                <a:cubicBezTo>
                  <a:pt x="123" y="838"/>
                  <a:pt x="123" y="838"/>
                  <a:pt x="123" y="838"/>
                </a:cubicBezTo>
                <a:cubicBezTo>
                  <a:pt x="123" y="837"/>
                  <a:pt x="123" y="836"/>
                  <a:pt x="124" y="836"/>
                </a:cubicBezTo>
                <a:cubicBezTo>
                  <a:pt x="124" y="836"/>
                  <a:pt x="124" y="835"/>
                  <a:pt x="124" y="835"/>
                </a:cubicBezTo>
                <a:cubicBezTo>
                  <a:pt x="124" y="834"/>
                  <a:pt x="124" y="832"/>
                  <a:pt x="124" y="830"/>
                </a:cubicBezTo>
                <a:cubicBezTo>
                  <a:pt x="124" y="830"/>
                  <a:pt x="124" y="830"/>
                  <a:pt x="124" y="830"/>
                </a:cubicBezTo>
                <a:cubicBezTo>
                  <a:pt x="124" y="829"/>
                  <a:pt x="124" y="828"/>
                  <a:pt x="124" y="827"/>
                </a:cubicBezTo>
                <a:cubicBezTo>
                  <a:pt x="124" y="827"/>
                  <a:pt x="124" y="827"/>
                  <a:pt x="124" y="827"/>
                </a:cubicBezTo>
                <a:cubicBezTo>
                  <a:pt x="124" y="826"/>
                  <a:pt x="124" y="826"/>
                  <a:pt x="124" y="826"/>
                </a:cubicBezTo>
                <a:cubicBezTo>
                  <a:pt x="125" y="826"/>
                  <a:pt x="126" y="826"/>
                  <a:pt x="127" y="826"/>
                </a:cubicBezTo>
                <a:cubicBezTo>
                  <a:pt x="129" y="826"/>
                  <a:pt x="132" y="826"/>
                  <a:pt x="135" y="825"/>
                </a:cubicBezTo>
                <a:cubicBezTo>
                  <a:pt x="135" y="825"/>
                  <a:pt x="135" y="825"/>
                  <a:pt x="135" y="825"/>
                </a:cubicBezTo>
                <a:cubicBezTo>
                  <a:pt x="134" y="826"/>
                  <a:pt x="134" y="827"/>
                  <a:pt x="134" y="8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0813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60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5"/>
          <p:cNvSpPr>
            <a:spLocks/>
          </p:cNvSpPr>
          <p:nvPr userDrawn="1"/>
        </p:nvSpPr>
        <p:spPr bwMode="auto">
          <a:xfrm>
            <a:off x="-1" y="5179682"/>
            <a:ext cx="9906001" cy="1705702"/>
          </a:xfrm>
          <a:custGeom>
            <a:avLst/>
            <a:gdLst>
              <a:gd name="T0" fmla="*/ 29 w 5783"/>
              <a:gd name="T1" fmla="*/ 781 h 1078"/>
              <a:gd name="T2" fmla="*/ 203 w 5783"/>
              <a:gd name="T3" fmla="*/ 622 h 1078"/>
              <a:gd name="T4" fmla="*/ 364 w 5783"/>
              <a:gd name="T5" fmla="*/ 706 h 1078"/>
              <a:gd name="T6" fmla="*/ 430 w 5783"/>
              <a:gd name="T7" fmla="*/ 443 h 1078"/>
              <a:gd name="T8" fmla="*/ 526 w 5783"/>
              <a:gd name="T9" fmla="*/ 405 h 1078"/>
              <a:gd name="T10" fmla="*/ 555 w 5783"/>
              <a:gd name="T11" fmla="*/ 602 h 1078"/>
              <a:gd name="T12" fmla="*/ 633 w 5783"/>
              <a:gd name="T13" fmla="*/ 735 h 1078"/>
              <a:gd name="T14" fmla="*/ 671 w 5783"/>
              <a:gd name="T15" fmla="*/ 309 h 1078"/>
              <a:gd name="T16" fmla="*/ 716 w 5783"/>
              <a:gd name="T17" fmla="*/ 188 h 1078"/>
              <a:gd name="T18" fmla="*/ 733 w 5783"/>
              <a:gd name="T19" fmla="*/ 0 h 1078"/>
              <a:gd name="T20" fmla="*/ 782 w 5783"/>
              <a:gd name="T21" fmla="*/ 96 h 1078"/>
              <a:gd name="T22" fmla="*/ 803 w 5783"/>
              <a:gd name="T23" fmla="*/ 317 h 1078"/>
              <a:gd name="T24" fmla="*/ 857 w 5783"/>
              <a:gd name="T25" fmla="*/ 505 h 1078"/>
              <a:gd name="T26" fmla="*/ 902 w 5783"/>
              <a:gd name="T27" fmla="*/ 710 h 1078"/>
              <a:gd name="T28" fmla="*/ 1039 w 5783"/>
              <a:gd name="T29" fmla="*/ 744 h 1078"/>
              <a:gd name="T30" fmla="*/ 1068 w 5783"/>
              <a:gd name="T31" fmla="*/ 443 h 1078"/>
              <a:gd name="T32" fmla="*/ 1176 w 5783"/>
              <a:gd name="T33" fmla="*/ 539 h 1078"/>
              <a:gd name="T34" fmla="*/ 1209 w 5783"/>
              <a:gd name="T35" fmla="*/ 627 h 1078"/>
              <a:gd name="T36" fmla="*/ 1349 w 5783"/>
              <a:gd name="T37" fmla="*/ 673 h 1078"/>
              <a:gd name="T38" fmla="*/ 1403 w 5783"/>
              <a:gd name="T39" fmla="*/ 656 h 1078"/>
              <a:gd name="T40" fmla="*/ 1672 w 5783"/>
              <a:gd name="T41" fmla="*/ 535 h 1078"/>
              <a:gd name="T42" fmla="*/ 1714 w 5783"/>
              <a:gd name="T43" fmla="*/ 535 h 1078"/>
              <a:gd name="T44" fmla="*/ 1958 w 5783"/>
              <a:gd name="T45" fmla="*/ 585 h 1078"/>
              <a:gd name="T46" fmla="*/ 2032 w 5783"/>
              <a:gd name="T47" fmla="*/ 610 h 1078"/>
              <a:gd name="T48" fmla="*/ 2322 w 5783"/>
              <a:gd name="T49" fmla="*/ 689 h 1078"/>
              <a:gd name="T50" fmla="*/ 2347 w 5783"/>
              <a:gd name="T51" fmla="*/ 856 h 1078"/>
              <a:gd name="T52" fmla="*/ 2562 w 5783"/>
              <a:gd name="T53" fmla="*/ 668 h 1078"/>
              <a:gd name="T54" fmla="*/ 2600 w 5783"/>
              <a:gd name="T55" fmla="*/ 668 h 1078"/>
              <a:gd name="T56" fmla="*/ 2749 w 5783"/>
              <a:gd name="T57" fmla="*/ 781 h 1078"/>
              <a:gd name="T58" fmla="*/ 2811 w 5783"/>
              <a:gd name="T59" fmla="*/ 727 h 1078"/>
              <a:gd name="T60" fmla="*/ 2972 w 5783"/>
              <a:gd name="T61" fmla="*/ 698 h 1078"/>
              <a:gd name="T62" fmla="*/ 2997 w 5783"/>
              <a:gd name="T63" fmla="*/ 689 h 1078"/>
              <a:gd name="T64" fmla="*/ 3101 w 5783"/>
              <a:gd name="T65" fmla="*/ 652 h 1078"/>
              <a:gd name="T66" fmla="*/ 3134 w 5783"/>
              <a:gd name="T67" fmla="*/ 785 h 1078"/>
              <a:gd name="T68" fmla="*/ 3312 w 5783"/>
              <a:gd name="T69" fmla="*/ 647 h 1078"/>
              <a:gd name="T70" fmla="*/ 3361 w 5783"/>
              <a:gd name="T71" fmla="*/ 518 h 1078"/>
              <a:gd name="T72" fmla="*/ 3415 w 5783"/>
              <a:gd name="T73" fmla="*/ 372 h 1078"/>
              <a:gd name="T74" fmla="*/ 3457 w 5783"/>
              <a:gd name="T75" fmla="*/ 785 h 1078"/>
              <a:gd name="T76" fmla="*/ 3668 w 5783"/>
              <a:gd name="T77" fmla="*/ 267 h 1078"/>
              <a:gd name="T78" fmla="*/ 3701 w 5783"/>
              <a:gd name="T79" fmla="*/ 668 h 1078"/>
              <a:gd name="T80" fmla="*/ 3912 w 5783"/>
              <a:gd name="T81" fmla="*/ 719 h 1078"/>
              <a:gd name="T82" fmla="*/ 4024 w 5783"/>
              <a:gd name="T83" fmla="*/ 685 h 1078"/>
              <a:gd name="T84" fmla="*/ 4127 w 5783"/>
              <a:gd name="T85" fmla="*/ 739 h 1078"/>
              <a:gd name="T86" fmla="*/ 4189 w 5783"/>
              <a:gd name="T87" fmla="*/ 664 h 1078"/>
              <a:gd name="T88" fmla="*/ 4322 w 5783"/>
              <a:gd name="T89" fmla="*/ 773 h 1078"/>
              <a:gd name="T90" fmla="*/ 4409 w 5783"/>
              <a:gd name="T91" fmla="*/ 568 h 1078"/>
              <a:gd name="T92" fmla="*/ 4471 w 5783"/>
              <a:gd name="T93" fmla="*/ 748 h 1078"/>
              <a:gd name="T94" fmla="*/ 4603 w 5783"/>
              <a:gd name="T95" fmla="*/ 652 h 1078"/>
              <a:gd name="T96" fmla="*/ 4674 w 5783"/>
              <a:gd name="T97" fmla="*/ 639 h 1078"/>
              <a:gd name="T98" fmla="*/ 4909 w 5783"/>
              <a:gd name="T99" fmla="*/ 597 h 1078"/>
              <a:gd name="T100" fmla="*/ 4926 w 5783"/>
              <a:gd name="T101" fmla="*/ 710 h 1078"/>
              <a:gd name="T102" fmla="*/ 5050 w 5783"/>
              <a:gd name="T103" fmla="*/ 890 h 1078"/>
              <a:gd name="T104" fmla="*/ 5071 w 5783"/>
              <a:gd name="T105" fmla="*/ 643 h 1078"/>
              <a:gd name="T106" fmla="*/ 5179 w 5783"/>
              <a:gd name="T107" fmla="*/ 911 h 1078"/>
              <a:gd name="T108" fmla="*/ 5253 w 5783"/>
              <a:gd name="T109" fmla="*/ 919 h 1078"/>
              <a:gd name="T110" fmla="*/ 5530 w 5783"/>
              <a:gd name="T111" fmla="*/ 622 h 1078"/>
              <a:gd name="T112" fmla="*/ 5783 w 5783"/>
              <a:gd name="T113" fmla="*/ 1078 h 1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83" h="1078">
                <a:moveTo>
                  <a:pt x="0" y="1065"/>
                </a:moveTo>
                <a:lnTo>
                  <a:pt x="0" y="781"/>
                </a:lnTo>
                <a:lnTo>
                  <a:pt x="29" y="781"/>
                </a:lnTo>
                <a:lnTo>
                  <a:pt x="29" y="698"/>
                </a:lnTo>
                <a:lnTo>
                  <a:pt x="203" y="698"/>
                </a:lnTo>
                <a:lnTo>
                  <a:pt x="203" y="622"/>
                </a:lnTo>
                <a:lnTo>
                  <a:pt x="306" y="622"/>
                </a:lnTo>
                <a:lnTo>
                  <a:pt x="306" y="706"/>
                </a:lnTo>
                <a:lnTo>
                  <a:pt x="364" y="706"/>
                </a:lnTo>
                <a:lnTo>
                  <a:pt x="364" y="622"/>
                </a:lnTo>
                <a:lnTo>
                  <a:pt x="430" y="622"/>
                </a:lnTo>
                <a:lnTo>
                  <a:pt x="430" y="443"/>
                </a:lnTo>
                <a:lnTo>
                  <a:pt x="455" y="443"/>
                </a:lnTo>
                <a:lnTo>
                  <a:pt x="455" y="405"/>
                </a:lnTo>
                <a:lnTo>
                  <a:pt x="526" y="405"/>
                </a:lnTo>
                <a:lnTo>
                  <a:pt x="526" y="443"/>
                </a:lnTo>
                <a:lnTo>
                  <a:pt x="555" y="443"/>
                </a:lnTo>
                <a:lnTo>
                  <a:pt x="555" y="602"/>
                </a:lnTo>
                <a:lnTo>
                  <a:pt x="580" y="602"/>
                </a:lnTo>
                <a:lnTo>
                  <a:pt x="580" y="735"/>
                </a:lnTo>
                <a:lnTo>
                  <a:pt x="633" y="735"/>
                </a:lnTo>
                <a:lnTo>
                  <a:pt x="633" y="493"/>
                </a:lnTo>
                <a:lnTo>
                  <a:pt x="671" y="493"/>
                </a:lnTo>
                <a:lnTo>
                  <a:pt x="671" y="309"/>
                </a:lnTo>
                <a:lnTo>
                  <a:pt x="695" y="309"/>
                </a:lnTo>
                <a:lnTo>
                  <a:pt x="695" y="188"/>
                </a:lnTo>
                <a:lnTo>
                  <a:pt x="716" y="188"/>
                </a:lnTo>
                <a:lnTo>
                  <a:pt x="716" y="100"/>
                </a:lnTo>
                <a:lnTo>
                  <a:pt x="733" y="100"/>
                </a:lnTo>
                <a:lnTo>
                  <a:pt x="733" y="0"/>
                </a:lnTo>
                <a:lnTo>
                  <a:pt x="762" y="0"/>
                </a:lnTo>
                <a:lnTo>
                  <a:pt x="762" y="96"/>
                </a:lnTo>
                <a:lnTo>
                  <a:pt x="782" y="96"/>
                </a:lnTo>
                <a:lnTo>
                  <a:pt x="782" y="171"/>
                </a:lnTo>
                <a:lnTo>
                  <a:pt x="803" y="171"/>
                </a:lnTo>
                <a:lnTo>
                  <a:pt x="803" y="317"/>
                </a:lnTo>
                <a:lnTo>
                  <a:pt x="828" y="317"/>
                </a:lnTo>
                <a:lnTo>
                  <a:pt x="828" y="505"/>
                </a:lnTo>
                <a:lnTo>
                  <a:pt x="857" y="505"/>
                </a:lnTo>
                <a:lnTo>
                  <a:pt x="857" y="773"/>
                </a:lnTo>
                <a:lnTo>
                  <a:pt x="902" y="773"/>
                </a:lnTo>
                <a:lnTo>
                  <a:pt x="902" y="710"/>
                </a:lnTo>
                <a:lnTo>
                  <a:pt x="1002" y="710"/>
                </a:lnTo>
                <a:lnTo>
                  <a:pt x="1002" y="744"/>
                </a:lnTo>
                <a:lnTo>
                  <a:pt x="1039" y="744"/>
                </a:lnTo>
                <a:lnTo>
                  <a:pt x="1039" y="522"/>
                </a:lnTo>
                <a:lnTo>
                  <a:pt x="1068" y="522"/>
                </a:lnTo>
                <a:lnTo>
                  <a:pt x="1068" y="443"/>
                </a:lnTo>
                <a:lnTo>
                  <a:pt x="1155" y="443"/>
                </a:lnTo>
                <a:lnTo>
                  <a:pt x="1155" y="522"/>
                </a:lnTo>
                <a:lnTo>
                  <a:pt x="1176" y="539"/>
                </a:lnTo>
                <a:lnTo>
                  <a:pt x="1176" y="668"/>
                </a:lnTo>
                <a:lnTo>
                  <a:pt x="1209" y="668"/>
                </a:lnTo>
                <a:lnTo>
                  <a:pt x="1209" y="627"/>
                </a:lnTo>
                <a:lnTo>
                  <a:pt x="1296" y="627"/>
                </a:lnTo>
                <a:lnTo>
                  <a:pt x="1296" y="673"/>
                </a:lnTo>
                <a:lnTo>
                  <a:pt x="1349" y="673"/>
                </a:lnTo>
                <a:lnTo>
                  <a:pt x="1349" y="710"/>
                </a:lnTo>
                <a:lnTo>
                  <a:pt x="1403" y="710"/>
                </a:lnTo>
                <a:lnTo>
                  <a:pt x="1403" y="656"/>
                </a:lnTo>
                <a:lnTo>
                  <a:pt x="1445" y="656"/>
                </a:lnTo>
                <a:lnTo>
                  <a:pt x="1445" y="535"/>
                </a:lnTo>
                <a:lnTo>
                  <a:pt x="1672" y="535"/>
                </a:lnTo>
                <a:lnTo>
                  <a:pt x="1672" y="656"/>
                </a:lnTo>
                <a:lnTo>
                  <a:pt x="1714" y="656"/>
                </a:lnTo>
                <a:lnTo>
                  <a:pt x="1714" y="535"/>
                </a:lnTo>
                <a:lnTo>
                  <a:pt x="1904" y="535"/>
                </a:lnTo>
                <a:lnTo>
                  <a:pt x="1904" y="585"/>
                </a:lnTo>
                <a:lnTo>
                  <a:pt x="1958" y="585"/>
                </a:lnTo>
                <a:lnTo>
                  <a:pt x="1958" y="760"/>
                </a:lnTo>
                <a:lnTo>
                  <a:pt x="2032" y="760"/>
                </a:lnTo>
                <a:lnTo>
                  <a:pt x="2032" y="610"/>
                </a:lnTo>
                <a:lnTo>
                  <a:pt x="2285" y="610"/>
                </a:lnTo>
                <a:lnTo>
                  <a:pt x="2285" y="689"/>
                </a:lnTo>
                <a:lnTo>
                  <a:pt x="2322" y="689"/>
                </a:lnTo>
                <a:lnTo>
                  <a:pt x="2322" y="794"/>
                </a:lnTo>
                <a:lnTo>
                  <a:pt x="2347" y="794"/>
                </a:lnTo>
                <a:lnTo>
                  <a:pt x="2347" y="856"/>
                </a:lnTo>
                <a:lnTo>
                  <a:pt x="2455" y="856"/>
                </a:lnTo>
                <a:lnTo>
                  <a:pt x="2455" y="668"/>
                </a:lnTo>
                <a:lnTo>
                  <a:pt x="2562" y="668"/>
                </a:lnTo>
                <a:lnTo>
                  <a:pt x="2562" y="731"/>
                </a:lnTo>
                <a:lnTo>
                  <a:pt x="2600" y="731"/>
                </a:lnTo>
                <a:lnTo>
                  <a:pt x="2600" y="668"/>
                </a:lnTo>
                <a:lnTo>
                  <a:pt x="2724" y="668"/>
                </a:lnTo>
                <a:lnTo>
                  <a:pt x="2724" y="781"/>
                </a:lnTo>
                <a:lnTo>
                  <a:pt x="2749" y="781"/>
                </a:lnTo>
                <a:lnTo>
                  <a:pt x="2749" y="856"/>
                </a:lnTo>
                <a:lnTo>
                  <a:pt x="2811" y="856"/>
                </a:lnTo>
                <a:lnTo>
                  <a:pt x="2811" y="727"/>
                </a:lnTo>
                <a:lnTo>
                  <a:pt x="2943" y="727"/>
                </a:lnTo>
                <a:lnTo>
                  <a:pt x="2943" y="698"/>
                </a:lnTo>
                <a:lnTo>
                  <a:pt x="2972" y="698"/>
                </a:lnTo>
                <a:lnTo>
                  <a:pt x="2972" y="660"/>
                </a:lnTo>
                <a:lnTo>
                  <a:pt x="2997" y="660"/>
                </a:lnTo>
                <a:lnTo>
                  <a:pt x="2997" y="689"/>
                </a:lnTo>
                <a:lnTo>
                  <a:pt x="3030" y="689"/>
                </a:lnTo>
                <a:lnTo>
                  <a:pt x="3030" y="652"/>
                </a:lnTo>
                <a:lnTo>
                  <a:pt x="3101" y="652"/>
                </a:lnTo>
                <a:lnTo>
                  <a:pt x="3101" y="685"/>
                </a:lnTo>
                <a:lnTo>
                  <a:pt x="3134" y="685"/>
                </a:lnTo>
                <a:lnTo>
                  <a:pt x="3134" y="785"/>
                </a:lnTo>
                <a:lnTo>
                  <a:pt x="3192" y="785"/>
                </a:lnTo>
                <a:lnTo>
                  <a:pt x="3192" y="647"/>
                </a:lnTo>
                <a:lnTo>
                  <a:pt x="3312" y="647"/>
                </a:lnTo>
                <a:lnTo>
                  <a:pt x="3312" y="689"/>
                </a:lnTo>
                <a:lnTo>
                  <a:pt x="3361" y="689"/>
                </a:lnTo>
                <a:lnTo>
                  <a:pt x="3361" y="518"/>
                </a:lnTo>
                <a:lnTo>
                  <a:pt x="3399" y="447"/>
                </a:lnTo>
                <a:lnTo>
                  <a:pt x="3399" y="372"/>
                </a:lnTo>
                <a:lnTo>
                  <a:pt x="3415" y="372"/>
                </a:lnTo>
                <a:lnTo>
                  <a:pt x="3415" y="451"/>
                </a:lnTo>
                <a:lnTo>
                  <a:pt x="3457" y="514"/>
                </a:lnTo>
                <a:lnTo>
                  <a:pt x="3457" y="785"/>
                </a:lnTo>
                <a:lnTo>
                  <a:pt x="3510" y="785"/>
                </a:lnTo>
                <a:lnTo>
                  <a:pt x="3510" y="267"/>
                </a:lnTo>
                <a:lnTo>
                  <a:pt x="3668" y="267"/>
                </a:lnTo>
                <a:lnTo>
                  <a:pt x="3668" y="748"/>
                </a:lnTo>
                <a:lnTo>
                  <a:pt x="3701" y="748"/>
                </a:lnTo>
                <a:lnTo>
                  <a:pt x="3701" y="668"/>
                </a:lnTo>
                <a:lnTo>
                  <a:pt x="3767" y="668"/>
                </a:lnTo>
                <a:lnTo>
                  <a:pt x="3767" y="719"/>
                </a:lnTo>
                <a:lnTo>
                  <a:pt x="3912" y="719"/>
                </a:lnTo>
                <a:lnTo>
                  <a:pt x="3912" y="781"/>
                </a:lnTo>
                <a:lnTo>
                  <a:pt x="4024" y="781"/>
                </a:lnTo>
                <a:lnTo>
                  <a:pt x="4024" y="685"/>
                </a:lnTo>
                <a:lnTo>
                  <a:pt x="4082" y="685"/>
                </a:lnTo>
                <a:lnTo>
                  <a:pt x="4082" y="739"/>
                </a:lnTo>
                <a:lnTo>
                  <a:pt x="4127" y="739"/>
                </a:lnTo>
                <a:lnTo>
                  <a:pt x="4127" y="706"/>
                </a:lnTo>
                <a:lnTo>
                  <a:pt x="4189" y="706"/>
                </a:lnTo>
                <a:lnTo>
                  <a:pt x="4189" y="664"/>
                </a:lnTo>
                <a:lnTo>
                  <a:pt x="4264" y="664"/>
                </a:lnTo>
                <a:lnTo>
                  <a:pt x="4264" y="773"/>
                </a:lnTo>
                <a:lnTo>
                  <a:pt x="4322" y="773"/>
                </a:lnTo>
                <a:lnTo>
                  <a:pt x="4322" y="564"/>
                </a:lnTo>
                <a:lnTo>
                  <a:pt x="4359" y="514"/>
                </a:lnTo>
                <a:lnTo>
                  <a:pt x="4409" y="568"/>
                </a:lnTo>
                <a:lnTo>
                  <a:pt x="4409" y="660"/>
                </a:lnTo>
                <a:lnTo>
                  <a:pt x="4471" y="660"/>
                </a:lnTo>
                <a:lnTo>
                  <a:pt x="4471" y="748"/>
                </a:lnTo>
                <a:lnTo>
                  <a:pt x="4549" y="748"/>
                </a:lnTo>
                <a:lnTo>
                  <a:pt x="4549" y="652"/>
                </a:lnTo>
                <a:lnTo>
                  <a:pt x="4603" y="652"/>
                </a:lnTo>
                <a:lnTo>
                  <a:pt x="4603" y="610"/>
                </a:lnTo>
                <a:lnTo>
                  <a:pt x="4674" y="610"/>
                </a:lnTo>
                <a:lnTo>
                  <a:pt x="4674" y="639"/>
                </a:lnTo>
                <a:lnTo>
                  <a:pt x="4723" y="639"/>
                </a:lnTo>
                <a:lnTo>
                  <a:pt x="4723" y="597"/>
                </a:lnTo>
                <a:lnTo>
                  <a:pt x="4909" y="597"/>
                </a:lnTo>
                <a:lnTo>
                  <a:pt x="4909" y="744"/>
                </a:lnTo>
                <a:lnTo>
                  <a:pt x="4926" y="744"/>
                </a:lnTo>
                <a:lnTo>
                  <a:pt x="4926" y="710"/>
                </a:lnTo>
                <a:lnTo>
                  <a:pt x="4996" y="710"/>
                </a:lnTo>
                <a:lnTo>
                  <a:pt x="4996" y="890"/>
                </a:lnTo>
                <a:lnTo>
                  <a:pt x="5050" y="890"/>
                </a:lnTo>
                <a:lnTo>
                  <a:pt x="5050" y="831"/>
                </a:lnTo>
                <a:lnTo>
                  <a:pt x="5071" y="831"/>
                </a:lnTo>
                <a:lnTo>
                  <a:pt x="5071" y="643"/>
                </a:lnTo>
                <a:lnTo>
                  <a:pt x="5141" y="643"/>
                </a:lnTo>
                <a:lnTo>
                  <a:pt x="5141" y="911"/>
                </a:lnTo>
                <a:lnTo>
                  <a:pt x="5179" y="911"/>
                </a:lnTo>
                <a:lnTo>
                  <a:pt x="5179" y="965"/>
                </a:lnTo>
                <a:lnTo>
                  <a:pt x="5253" y="965"/>
                </a:lnTo>
                <a:lnTo>
                  <a:pt x="5253" y="919"/>
                </a:lnTo>
                <a:lnTo>
                  <a:pt x="5410" y="919"/>
                </a:lnTo>
                <a:lnTo>
                  <a:pt x="5410" y="622"/>
                </a:lnTo>
                <a:lnTo>
                  <a:pt x="5530" y="622"/>
                </a:lnTo>
                <a:lnTo>
                  <a:pt x="5530" y="927"/>
                </a:lnTo>
                <a:lnTo>
                  <a:pt x="5783" y="927"/>
                </a:lnTo>
                <a:lnTo>
                  <a:pt x="5783" y="1078"/>
                </a:lnTo>
                <a:lnTo>
                  <a:pt x="0" y="106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직사각형 18"/>
          <p:cNvSpPr/>
          <p:nvPr userDrawn="1"/>
        </p:nvSpPr>
        <p:spPr>
          <a:xfrm>
            <a:off x="-1" y="647549"/>
            <a:ext cx="9906001" cy="623221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02423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88CD349-75D3-8BF0-0322-254A67794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1583B-4633-4A80-8A94-486D4AACA1C9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823592-C5FD-92AC-1772-C03746D4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DAED66-099C-96F7-1FE4-3865BD954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95B7-7660-4293-A097-CE05A6EC04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84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74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6" r:id="rId6"/>
  </p:sldLayoutIdLst>
  <p:hf hdr="0" ftr="0" dt="0"/>
  <p:txStyles>
    <p:titleStyle>
      <a:lvl1pPr algn="l" defTabSz="914378" rtl="0" eaLnBrk="1" latinLnBrk="1" hangingPunct="1">
        <a:spcBef>
          <a:spcPct val="0"/>
        </a:spcBef>
        <a:buNone/>
        <a:defRPr sz="3200" b="1" kern="1200" spc="-151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cs"/>
        </a:defRPr>
      </a:lvl1pPr>
    </p:titleStyle>
    <p:bodyStyle>
      <a:lvl1pPr marL="342891" indent="-342891" algn="l" defTabSz="914378" rtl="0" eaLnBrk="1" latinLnBrk="1" hangingPunct="1">
        <a:spcBef>
          <a:spcPct val="20000"/>
        </a:spcBef>
        <a:buFont typeface="Arial" pitchFamily="34" charset="0"/>
        <a:buChar char="•"/>
        <a:defRPr sz="3200" kern="1200" spc="-151">
          <a:solidFill>
            <a:schemeClr val="tx1"/>
          </a:solidFill>
          <a:latin typeface="+mn-ea"/>
          <a:ea typeface="+mn-ea"/>
          <a:cs typeface="+mn-cs"/>
        </a:defRPr>
      </a:lvl1pPr>
      <a:lvl2pPr marL="742932" indent="-285744" algn="l" defTabSz="914378" rtl="0" eaLnBrk="1" latinLnBrk="1" hangingPunct="1">
        <a:spcBef>
          <a:spcPct val="20000"/>
        </a:spcBef>
        <a:buFont typeface="Arial" pitchFamily="34" charset="0"/>
        <a:buChar char="–"/>
        <a:defRPr sz="2801" kern="1200" spc="-151">
          <a:solidFill>
            <a:schemeClr val="tx1"/>
          </a:solidFill>
          <a:latin typeface="+mn-ea"/>
          <a:ea typeface="+mn-ea"/>
          <a:cs typeface="+mn-cs"/>
        </a:defRPr>
      </a:lvl2pPr>
      <a:lvl3pPr marL="1142971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401" kern="1200" spc="-151">
          <a:solidFill>
            <a:schemeClr val="tx1"/>
          </a:solidFill>
          <a:latin typeface="+mn-ea"/>
          <a:ea typeface="+mn-ea"/>
          <a:cs typeface="+mn-cs"/>
        </a:defRPr>
      </a:lvl3pPr>
      <a:lvl4pPr marL="1600160" indent="-228594" algn="l" defTabSz="914378" rtl="0" eaLnBrk="1" latinLnBrk="1" hangingPunct="1">
        <a:spcBef>
          <a:spcPct val="20000"/>
        </a:spcBef>
        <a:buFont typeface="Arial" pitchFamily="34" charset="0"/>
        <a:buChar char="–"/>
        <a:defRPr sz="2001" kern="1200" spc="-151">
          <a:solidFill>
            <a:schemeClr val="tx1"/>
          </a:solidFill>
          <a:latin typeface="+mn-ea"/>
          <a:ea typeface="+mn-ea"/>
          <a:cs typeface="+mn-cs"/>
        </a:defRPr>
      </a:lvl4pPr>
      <a:lvl5pPr marL="2057349" indent="-228594" algn="l" defTabSz="914378" rtl="0" eaLnBrk="1" latinLnBrk="1" hangingPunct="1">
        <a:spcBef>
          <a:spcPct val="20000"/>
        </a:spcBef>
        <a:buFont typeface="Arial" pitchFamily="34" charset="0"/>
        <a:buChar char="»"/>
        <a:defRPr sz="2001" kern="1200" spc="-151">
          <a:solidFill>
            <a:schemeClr val="tx1"/>
          </a:solidFill>
          <a:latin typeface="+mn-ea"/>
          <a:ea typeface="+mn-ea"/>
          <a:cs typeface="+mn-cs"/>
        </a:defRPr>
      </a:lvl5pPr>
      <a:lvl6pPr marL="2514538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4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3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84F64-DF23-A305-13CC-E66658DD8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1C7F985E-026C-E48A-ABEF-2C033A11BD5D}"/>
              </a:ext>
            </a:extLst>
          </p:cNvPr>
          <p:cNvSpPr/>
          <p:nvPr/>
        </p:nvSpPr>
        <p:spPr>
          <a:xfrm>
            <a:off x="155575" y="764704"/>
            <a:ext cx="9594850" cy="600318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/>
          <a:lstStyle/>
          <a:p>
            <a:pPr algn="ctr" eaLnBrk="1" hangingPunct="1">
              <a:defRPr/>
            </a:pPr>
            <a:endParaRPr kumimoji="0" lang="ko-KR" altLang="en-US" sz="1800" b="1" kern="0" dirty="0">
              <a:solidFill>
                <a:srgbClr val="1F497D"/>
              </a:solidFill>
              <a:latin typeface="+mn-ea"/>
            </a:endParaRPr>
          </a:p>
        </p:txBody>
      </p:sp>
      <p:sp>
        <p:nvSpPr>
          <p:cNvPr id="54" name="제목 2">
            <a:extLst>
              <a:ext uri="{FF2B5EF4-FFF2-40B4-BE49-F238E27FC236}">
                <a16:creationId xmlns:a16="http://schemas.microsoft.com/office/drawing/2014/main" id="{07C1312F-5B7E-8E6B-897F-B713C38AC215}"/>
              </a:ext>
            </a:extLst>
          </p:cNvPr>
          <p:cNvSpPr txBox="1">
            <a:spLocks/>
          </p:cNvSpPr>
          <p:nvPr/>
        </p:nvSpPr>
        <p:spPr>
          <a:xfrm>
            <a:off x="416496" y="90113"/>
            <a:ext cx="7416824" cy="307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812781" indent="-812781" defTabSz="957239" fontAlgn="base" latinLnBrk="0">
              <a:spcBef>
                <a:spcPct val="0"/>
              </a:spcBef>
              <a:spcAft>
                <a:spcPct val="0"/>
              </a:spcAft>
              <a:defRPr kumimoji="1" sz="2001" b="1" ker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AI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…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 플랫폼 주요 프로세스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직사각형 22">
            <a:extLst>
              <a:ext uri="{FF2B5EF4-FFF2-40B4-BE49-F238E27FC236}">
                <a16:creationId xmlns:a16="http://schemas.microsoft.com/office/drawing/2014/main" id="{3FB9A860-D8FD-F839-30C6-A39EB3B0A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" y="3780591"/>
            <a:ext cx="1573213" cy="2816761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381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681" rIns="0" bIns="45681" anchor="ctr"/>
          <a:lstStyle/>
          <a:p>
            <a:pPr algn="ctr">
              <a:lnSpc>
                <a:spcPct val="110000"/>
              </a:lnSpc>
              <a:defRPr/>
            </a:pPr>
            <a:endParaRPr lang="ko-KR" altLang="en-US" sz="1400" b="1" spc="12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2" name="Text Box 37">
            <a:extLst>
              <a:ext uri="{FF2B5EF4-FFF2-40B4-BE49-F238E27FC236}">
                <a16:creationId xmlns:a16="http://schemas.microsoft.com/office/drawing/2014/main" id="{6BC9F5C0-285B-ECAA-32A7-5511F3FB7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3902829"/>
            <a:ext cx="1801812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9pPr>
          </a:lstStyle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진단 대상 제품정의</a:t>
            </a:r>
            <a:endParaRPr lang="en-US" altLang="ko-KR" sz="12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소음 유형 정의</a:t>
            </a:r>
            <a:endParaRPr lang="en-US" altLang="ko-KR" sz="12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 marL="171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소음 계측기 정의</a:t>
            </a:r>
            <a:endParaRPr lang="en-US" altLang="ko-KR" sz="12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 marL="171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입력 데이터 유형 정의</a:t>
            </a:r>
            <a:endParaRPr lang="en-US" altLang="ko-KR" sz="11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   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-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소음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,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진동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등</a:t>
            </a:r>
            <a:endParaRPr lang="en-US" altLang="ko-KR" sz="1100" b="0" spc="-9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맑은 고딕" charset="0"/>
            </a:endParaRPr>
          </a:p>
        </p:txBody>
      </p:sp>
      <p:sp>
        <p:nvSpPr>
          <p:cNvPr id="13" name="직사각형 22">
            <a:extLst>
              <a:ext uri="{FF2B5EF4-FFF2-40B4-BE49-F238E27FC236}">
                <a16:creationId xmlns:a16="http://schemas.microsoft.com/office/drawing/2014/main" id="{ABC864A5-FC5F-4DE2-21CD-5083EF912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3777416"/>
            <a:ext cx="3827462" cy="2818532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381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681" rIns="0" bIns="45681" anchor="ctr"/>
          <a:lstStyle/>
          <a:p>
            <a:pPr algn="ctr">
              <a:lnSpc>
                <a:spcPct val="110000"/>
              </a:lnSpc>
              <a:defRPr/>
            </a:pPr>
            <a:endParaRPr lang="ko-KR" altLang="en-US" sz="1400" b="1" spc="12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4" name="직사각형 22">
            <a:extLst>
              <a:ext uri="{FF2B5EF4-FFF2-40B4-BE49-F238E27FC236}">
                <a16:creationId xmlns:a16="http://schemas.microsoft.com/office/drawing/2014/main" id="{D6EFA17C-8519-408E-C4AF-64926B792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3777416"/>
            <a:ext cx="1893887" cy="2818532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381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681" rIns="0" bIns="45681" anchor="ctr"/>
          <a:lstStyle/>
          <a:p>
            <a:pPr algn="ctr">
              <a:lnSpc>
                <a:spcPct val="110000"/>
              </a:lnSpc>
              <a:defRPr/>
            </a:pPr>
            <a:endParaRPr lang="ko-KR" altLang="en-US" sz="1400" b="1" spc="12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5" name="직사각형 22">
            <a:extLst>
              <a:ext uri="{FF2B5EF4-FFF2-40B4-BE49-F238E27FC236}">
                <a16:creationId xmlns:a16="http://schemas.microsoft.com/office/drawing/2014/main" id="{47E4C431-D144-3055-1C70-B83993856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7988" y="3777416"/>
            <a:ext cx="1571625" cy="2818532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381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681" rIns="0" bIns="45681" anchor="ctr"/>
          <a:lstStyle/>
          <a:p>
            <a:pPr algn="ctr">
              <a:lnSpc>
                <a:spcPct val="110000"/>
              </a:lnSpc>
              <a:defRPr/>
            </a:pPr>
            <a:endParaRPr lang="ko-KR" altLang="en-US" sz="1400" b="1" spc="12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57D8AC2-035A-8392-CEB2-ECA27B72FBCF}"/>
              </a:ext>
            </a:extLst>
          </p:cNvPr>
          <p:cNvSpPr/>
          <p:nvPr/>
        </p:nvSpPr>
        <p:spPr>
          <a:xfrm>
            <a:off x="307975" y="983903"/>
            <a:ext cx="1427163" cy="5842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kern="0" spc="-100" dirty="0">
                <a:solidFill>
                  <a:schemeClr val="bg1"/>
                </a:solidFill>
                <a:latin typeface="+mn-ea"/>
              </a:rPr>
              <a:t>소음 데이터 수집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BDB4DA-03FD-1EBF-A48E-289C6F04F116}"/>
              </a:ext>
            </a:extLst>
          </p:cNvPr>
          <p:cNvSpPr txBox="1"/>
          <p:nvPr/>
        </p:nvSpPr>
        <p:spPr>
          <a:xfrm>
            <a:off x="282574" y="1865751"/>
            <a:ext cx="1465264" cy="519822"/>
          </a:xfrm>
          <a:prstGeom prst="rect">
            <a:avLst/>
          </a:prstGeom>
          <a:noFill/>
        </p:spPr>
        <p:txBody>
          <a:bodyPr wrap="square" lIns="144000" anchor="ctr">
            <a:spAutoFit/>
          </a:bodyPr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제품 이상 관련 </a:t>
            </a:r>
            <a:endParaRPr lang="en-US" altLang="ko-KR" sz="1200" kern="0" spc="-9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소음 데이터  수집 </a:t>
            </a:r>
            <a:endParaRPr lang="en-US" altLang="ko-KR" sz="1200" kern="0" spc="-9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69A715CA-2F9F-BD7F-8F63-478F38880F66}"/>
              </a:ext>
            </a:extLst>
          </p:cNvPr>
          <p:cNvSpPr/>
          <p:nvPr/>
        </p:nvSpPr>
        <p:spPr>
          <a:xfrm rot="5400000">
            <a:off x="1853406" y="2018507"/>
            <a:ext cx="288925" cy="192088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>
              <a:defRPr/>
            </a:pPr>
            <a:endParaRPr lang="ko-KR" altLang="en-US" sz="1400" b="1" kern="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676653B-8FF4-462E-9AF5-04251D66B31F}"/>
              </a:ext>
            </a:extLst>
          </p:cNvPr>
          <p:cNvSpPr/>
          <p:nvPr/>
        </p:nvSpPr>
        <p:spPr>
          <a:xfrm>
            <a:off x="2166938" y="983903"/>
            <a:ext cx="1550987" cy="5842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kern="0" spc="-100" dirty="0">
                <a:solidFill>
                  <a:schemeClr val="bg1"/>
                </a:solidFill>
                <a:latin typeface="+mn-ea"/>
              </a:rPr>
              <a:t>소음 유형별</a:t>
            </a:r>
            <a:endParaRPr kumimoji="0" lang="en-US" altLang="ko-KR" sz="1600" b="1" kern="0" spc="-100" dirty="0">
              <a:solidFill>
                <a:schemeClr val="bg1"/>
              </a:solidFill>
              <a:latin typeface="+mn-ea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kern="0" spc="-100" dirty="0">
                <a:solidFill>
                  <a:schemeClr val="bg1"/>
                </a:solidFill>
                <a:latin typeface="+mn-ea"/>
              </a:rPr>
              <a:t>특성 분석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D63465-EDDA-B3CE-FFD4-08DA8B5A14FC}"/>
              </a:ext>
            </a:extLst>
          </p:cNvPr>
          <p:cNvSpPr txBox="1"/>
          <p:nvPr/>
        </p:nvSpPr>
        <p:spPr>
          <a:xfrm>
            <a:off x="2093913" y="1683443"/>
            <a:ext cx="1736725" cy="887615"/>
          </a:xfrm>
          <a:prstGeom prst="rect">
            <a:avLst/>
          </a:prstGeom>
          <a:noFill/>
        </p:spPr>
        <p:txBody>
          <a:bodyPr lIns="144000" anchor="ctr">
            <a:sp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제품</a:t>
            </a:r>
            <a:r>
              <a:rPr lang="en-US" altLang="ko-KR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,</a:t>
            </a: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 계측기 별로 소음 유형을 분류하고</a:t>
            </a:r>
            <a:r>
              <a:rPr lang="en-US" altLang="ko-KR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,</a:t>
            </a: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 주파수 도메인 분석기법으로 각 소음의 특징을 분석</a:t>
            </a:r>
            <a:endParaRPr lang="en-US" altLang="ko-KR" sz="1200" kern="0" spc="-9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ECC8EF4D-CB82-A25C-A32D-73E316D2ACE4}"/>
              </a:ext>
            </a:extLst>
          </p:cNvPr>
          <p:cNvSpPr/>
          <p:nvPr/>
        </p:nvSpPr>
        <p:spPr>
          <a:xfrm rot="5400000">
            <a:off x="3848100" y="2017713"/>
            <a:ext cx="288925" cy="193675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>
              <a:defRPr/>
            </a:pPr>
            <a:endParaRPr lang="ko-KR" altLang="en-US" sz="1400" b="1" kern="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9A87527-8F69-D314-5583-D30D68611AB4}"/>
              </a:ext>
            </a:extLst>
          </p:cNvPr>
          <p:cNvSpPr/>
          <p:nvPr/>
        </p:nvSpPr>
        <p:spPr>
          <a:xfrm>
            <a:off x="4138613" y="983903"/>
            <a:ext cx="1550987" cy="5842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kern="0" spc="-100" dirty="0">
                <a:solidFill>
                  <a:schemeClr val="bg1"/>
                </a:solidFill>
                <a:latin typeface="+mn-ea"/>
              </a:rPr>
              <a:t>특징 추출  및</a:t>
            </a:r>
            <a:endParaRPr kumimoji="0" lang="en-US" altLang="ko-KR" sz="1600" b="1" kern="0" spc="-100" dirty="0">
              <a:solidFill>
                <a:schemeClr val="bg1"/>
              </a:solidFill>
              <a:latin typeface="+mn-ea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kern="0" spc="-100" dirty="0">
                <a:solidFill>
                  <a:schemeClr val="bg1"/>
                </a:solidFill>
                <a:latin typeface="+mn-ea"/>
              </a:rPr>
              <a:t>데이터 변환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5E46A3-CEC1-7032-E18B-8D87E0C4D22F}"/>
              </a:ext>
            </a:extLst>
          </p:cNvPr>
          <p:cNvSpPr txBox="1"/>
          <p:nvPr/>
        </p:nvSpPr>
        <p:spPr>
          <a:xfrm>
            <a:off x="4065588" y="1674813"/>
            <a:ext cx="1736725" cy="904875"/>
          </a:xfrm>
          <a:prstGeom prst="rect">
            <a:avLst/>
          </a:prstGeom>
          <a:noFill/>
        </p:spPr>
        <p:txBody>
          <a:bodyPr lIns="144000" anchor="ctr">
            <a:spAutoFit/>
          </a:bodyPr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소음 유형 별로 특징이 발생하는 특징 벡터를 추출하여 학습데이터로 변환</a:t>
            </a:r>
            <a:endParaRPr lang="en-US" altLang="ko-KR" sz="1200" kern="0" spc="-9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5" name="이등변 삼각형 24">
            <a:extLst>
              <a:ext uri="{FF2B5EF4-FFF2-40B4-BE49-F238E27FC236}">
                <a16:creationId xmlns:a16="http://schemas.microsoft.com/office/drawing/2014/main" id="{6169FCBC-CA34-10B4-65E3-E9C775B3815E}"/>
              </a:ext>
            </a:extLst>
          </p:cNvPr>
          <p:cNvSpPr/>
          <p:nvPr/>
        </p:nvSpPr>
        <p:spPr>
          <a:xfrm rot="5400000">
            <a:off x="5820569" y="2018507"/>
            <a:ext cx="288925" cy="192087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>
              <a:defRPr/>
            </a:pPr>
            <a:endParaRPr lang="ko-KR" altLang="en-US" sz="1400" b="1" kern="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003750-919D-12E3-E330-324D6060F548}"/>
              </a:ext>
            </a:extLst>
          </p:cNvPr>
          <p:cNvSpPr/>
          <p:nvPr/>
        </p:nvSpPr>
        <p:spPr>
          <a:xfrm>
            <a:off x="6097588" y="983903"/>
            <a:ext cx="1550987" cy="5842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kern="0" spc="-100" dirty="0">
                <a:solidFill>
                  <a:schemeClr val="bg1"/>
                </a:solidFill>
                <a:latin typeface="+mn-ea"/>
              </a:rPr>
              <a:t>인공지능 </a:t>
            </a:r>
            <a:endParaRPr kumimoji="0" lang="en-US" altLang="ko-KR" sz="1600" b="1" kern="0" spc="-100" dirty="0">
              <a:solidFill>
                <a:schemeClr val="bg1"/>
              </a:solidFill>
              <a:latin typeface="+mn-ea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kern="0" spc="-100" dirty="0">
                <a:solidFill>
                  <a:schemeClr val="bg1"/>
                </a:solidFill>
                <a:latin typeface="+mn-ea"/>
              </a:rPr>
              <a:t>딥러닝 학습</a:t>
            </a: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6B62F028-416B-6E91-521D-63ADB74BF823}"/>
              </a:ext>
            </a:extLst>
          </p:cNvPr>
          <p:cNvSpPr/>
          <p:nvPr/>
        </p:nvSpPr>
        <p:spPr>
          <a:xfrm rot="5400000">
            <a:off x="7777956" y="2018507"/>
            <a:ext cx="288925" cy="192088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>
              <a:defRPr/>
            </a:pPr>
            <a:endParaRPr lang="ko-KR" altLang="en-US" sz="1400" b="1" kern="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2DD6DA3-099F-86CD-0670-E02555498B8F}"/>
              </a:ext>
            </a:extLst>
          </p:cNvPr>
          <p:cNvSpPr/>
          <p:nvPr/>
        </p:nvSpPr>
        <p:spPr>
          <a:xfrm>
            <a:off x="8053388" y="980728"/>
            <a:ext cx="1550987" cy="587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kern="0" spc="-100" dirty="0">
                <a:solidFill>
                  <a:schemeClr val="bg1"/>
                </a:solidFill>
                <a:latin typeface="+mn-ea"/>
              </a:rPr>
              <a:t>소음 진단</a:t>
            </a:r>
            <a:endParaRPr kumimoji="0" lang="en-US" altLang="ko-KR" sz="1600" b="1" kern="0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28DF14-921C-5795-823A-659D769AF6CE}"/>
              </a:ext>
            </a:extLst>
          </p:cNvPr>
          <p:cNvSpPr txBox="1"/>
          <p:nvPr/>
        </p:nvSpPr>
        <p:spPr>
          <a:xfrm>
            <a:off x="7945438" y="1699318"/>
            <a:ext cx="1804987" cy="887615"/>
          </a:xfrm>
          <a:prstGeom prst="rect">
            <a:avLst/>
          </a:prstGeom>
          <a:noFill/>
        </p:spPr>
        <p:txBody>
          <a:bodyPr lIns="144000" anchor="ctr">
            <a:spAutoFit/>
          </a:bodyPr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새로운 소음에 대해 학습 결과 기반으로 소음 유형을 파악하고</a:t>
            </a:r>
            <a:r>
              <a:rPr lang="en-US" altLang="ko-KR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,</a:t>
            </a: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 </a:t>
            </a:r>
            <a:r>
              <a:rPr lang="en-US" altLang="ko-KR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UI</a:t>
            </a: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를 통해 결과 피드백</a:t>
            </a:r>
            <a:endParaRPr lang="en-US" altLang="ko-KR" sz="1200" kern="0" spc="-9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EB2ECC-DE98-B451-F10F-D22945330DAB}"/>
              </a:ext>
            </a:extLst>
          </p:cNvPr>
          <p:cNvSpPr txBox="1"/>
          <p:nvPr/>
        </p:nvSpPr>
        <p:spPr>
          <a:xfrm>
            <a:off x="5976938" y="1784823"/>
            <a:ext cx="1736725" cy="722955"/>
          </a:xfrm>
          <a:prstGeom prst="rect">
            <a:avLst/>
          </a:prstGeom>
          <a:noFill/>
        </p:spPr>
        <p:txBody>
          <a:bodyPr lIns="144000" anchor="ctr">
            <a:spAutoFit/>
          </a:bodyPr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변환된 소음 데이터와 정상 데이터를 </a:t>
            </a:r>
            <a:r>
              <a:rPr lang="en-US" altLang="ko-KR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AI</a:t>
            </a: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에 </a:t>
            </a:r>
            <a:endParaRPr lang="en-US" altLang="ko-KR" sz="1200" kern="0" spc="-9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반복 학습 </a:t>
            </a:r>
            <a:endParaRPr lang="en-US" altLang="ko-KR" sz="1200" kern="0" spc="-9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4" name="갈매기형 수장 29">
            <a:extLst>
              <a:ext uri="{FF2B5EF4-FFF2-40B4-BE49-F238E27FC236}">
                <a16:creationId xmlns:a16="http://schemas.microsoft.com/office/drawing/2014/main" id="{0A98FCA0-4954-2EA1-D05C-8228CC764BFC}"/>
              </a:ext>
            </a:extLst>
          </p:cNvPr>
          <p:cNvSpPr/>
          <p:nvPr/>
        </p:nvSpPr>
        <p:spPr bwMode="auto">
          <a:xfrm>
            <a:off x="1968500" y="3161467"/>
            <a:ext cx="4129088" cy="555625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t">
              <a:defRPr/>
            </a:pP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rPr>
              <a:t>Data Preprocessing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35" name="갈매기형 수장 30">
            <a:extLst>
              <a:ext uri="{FF2B5EF4-FFF2-40B4-BE49-F238E27FC236}">
                <a16:creationId xmlns:a16="http://schemas.microsoft.com/office/drawing/2014/main" id="{679ACA71-C73F-E300-D3E3-81469EBECFA0}"/>
              </a:ext>
            </a:extLst>
          </p:cNvPr>
          <p:cNvSpPr/>
          <p:nvPr/>
        </p:nvSpPr>
        <p:spPr bwMode="auto">
          <a:xfrm>
            <a:off x="5976938" y="3172579"/>
            <a:ext cx="2162175" cy="557213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t">
              <a:defRPr/>
            </a:pP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rPr>
              <a:t>Train/Validate</a:t>
            </a:r>
          </a:p>
          <a:p>
            <a:pPr algn="ctr" fontAlgn="t">
              <a:defRPr/>
            </a:pP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rPr>
              <a:t>Model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36" name="갈매기형 수장 31">
            <a:extLst>
              <a:ext uri="{FF2B5EF4-FFF2-40B4-BE49-F238E27FC236}">
                <a16:creationId xmlns:a16="http://schemas.microsoft.com/office/drawing/2014/main" id="{0CF9A9CE-7E58-C6D6-E8D2-9A1496F29DAA}"/>
              </a:ext>
            </a:extLst>
          </p:cNvPr>
          <p:cNvSpPr/>
          <p:nvPr/>
        </p:nvSpPr>
        <p:spPr bwMode="auto">
          <a:xfrm>
            <a:off x="8013700" y="3145592"/>
            <a:ext cx="1643063" cy="555625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t">
              <a:defRPr/>
            </a:pP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rPr>
              <a:t>Deploy / Monitor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40" name="Text Box 37">
            <a:extLst>
              <a:ext uri="{FF2B5EF4-FFF2-40B4-BE49-F238E27FC236}">
                <a16:creationId xmlns:a16="http://schemas.microsoft.com/office/drawing/2014/main" id="{1F670E59-4222-A94D-7BA6-205CADDB2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00" y="3920292"/>
            <a:ext cx="4013200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9pPr>
          </a:lstStyle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ko-KR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Signal processing </a:t>
            </a: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통한 데이터 전처리</a:t>
            </a:r>
            <a:endParaRPr lang="en-US" altLang="ko-KR" sz="12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   </a:t>
            </a:r>
            <a:r>
              <a:rPr lang="en-US" altLang="ko-KR" sz="1100" b="0" spc="-9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  <a:cs typeface="맑은 고딕" charset="0"/>
              </a:rPr>
              <a:t>- FFT </a:t>
            </a:r>
            <a:r>
              <a:rPr lang="ko-KR" altLang="en-US" sz="1100" b="0" spc="-9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  <a:cs typeface="맑은 고딕" charset="0"/>
              </a:rPr>
              <a:t>변환</a:t>
            </a:r>
            <a:r>
              <a:rPr lang="en-US" altLang="ko-KR" sz="1100" b="0" spc="-9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  <a:cs typeface="맑은 고딕" charset="0"/>
              </a:rPr>
              <a:t>, Resampling, Filtering, Crop </a:t>
            </a:r>
            <a:r>
              <a:rPr lang="ko-KR" altLang="en-US" sz="1100" b="0" spc="-9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  <a:cs typeface="맑은 고딕" charset="0"/>
              </a:rPr>
              <a:t>등</a:t>
            </a:r>
            <a:endParaRPr lang="en-US" altLang="ko-KR" sz="12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소음 유형 별 특성 분석 및 분류</a:t>
            </a:r>
            <a:endParaRPr lang="en-US" altLang="ko-KR" sz="1200" spc="-90" dirty="0">
              <a:solidFill>
                <a:srgbClr val="FF0000"/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200" b="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-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소음 유형 별 유효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frequency spectrum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구간 정의 및 분류</a:t>
            </a:r>
            <a:r>
              <a:rPr lang="ko-KR" altLang="en-US" sz="1100" b="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 </a:t>
            </a:r>
            <a:endParaRPr lang="en-US" altLang="ko-KR" sz="1100" b="0" spc="-9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- data labeling</a:t>
            </a:r>
          </a:p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ko-KR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Data Augmentation</a:t>
            </a:r>
            <a:endParaRPr lang="en-US" altLang="ko-KR" sz="1200" spc="-90" dirty="0">
              <a:solidFill>
                <a:srgbClr val="FF3300"/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200" b="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-  dB / Hz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를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증폭하고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,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감소시키며 다양한 형태의 소음 생성</a:t>
            </a:r>
            <a:endParaRPr lang="en-US" altLang="ko-KR" sz="1100" b="0" spc="-9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소음 특징 벡터 추출 </a:t>
            </a:r>
            <a:endParaRPr lang="en-US" altLang="ko-KR" sz="1200" spc="-90" dirty="0">
              <a:solidFill>
                <a:srgbClr val="FF0000"/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2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- STFT, MFCC, Loudness, Sharpness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와 같은 주파수 도메인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, 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통계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</a:t>
            </a: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  , Sound quality metrics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등의 특징 분석 방법으로 유효 소음의  </a:t>
            </a:r>
            <a:endParaRPr lang="en-US" altLang="ko-KR" sz="1100" b="0" spc="-9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 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특징을 추출한 뒤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,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학습 데이터 형태로 변환</a:t>
            </a:r>
            <a:endParaRPr lang="en-US" altLang="ko-KR" sz="1100" b="0" spc="-9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맑은 고딕" charset="0"/>
            </a:endParaRPr>
          </a:p>
        </p:txBody>
      </p:sp>
      <p:sp>
        <p:nvSpPr>
          <p:cNvPr id="41" name="Text Box 37">
            <a:extLst>
              <a:ext uri="{FF2B5EF4-FFF2-40B4-BE49-F238E27FC236}">
                <a16:creationId xmlns:a16="http://schemas.microsoft.com/office/drawing/2014/main" id="{36541163-14CC-93FF-64C8-515264D5D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6775" y="3920292"/>
            <a:ext cx="2195513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9pPr>
          </a:lstStyle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ko-KR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Train Model</a:t>
            </a: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200" b="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- ML/DL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융복합 모델을</a:t>
            </a:r>
            <a:endParaRPr lang="en-US" altLang="ko-KR" sz="1100" b="0" spc="-9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활용한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Ensemble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학습 </a:t>
            </a:r>
            <a:endParaRPr lang="en-US" altLang="ko-KR" sz="1100" b="0" spc="-9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 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모델 개발</a:t>
            </a:r>
            <a:r>
              <a:rPr lang="ko-KR" altLang="en-US" sz="1100" b="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 </a:t>
            </a:r>
            <a:endParaRPr lang="en-US" altLang="ko-KR" sz="1100" b="0" spc="-9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ko-KR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Pipeline </a:t>
            </a: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자동화 구축 </a:t>
            </a:r>
            <a:endParaRPr lang="en-US" altLang="ko-KR" sz="12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- Data integration</a:t>
            </a: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- Data Preprocessing</a:t>
            </a: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- Train</a:t>
            </a: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- Validation</a:t>
            </a: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- Model deploy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endParaRPr lang="en-US" altLang="ko-KR" sz="1100" b="0" spc="-9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맑은 고딕" charset="0"/>
            </a:endParaRPr>
          </a:p>
        </p:txBody>
      </p:sp>
      <p:sp>
        <p:nvSpPr>
          <p:cNvPr id="43" name="오른쪽 중괄호 42">
            <a:extLst>
              <a:ext uri="{FF2B5EF4-FFF2-40B4-BE49-F238E27FC236}">
                <a16:creationId xmlns:a16="http://schemas.microsoft.com/office/drawing/2014/main" id="{0D8586FF-4E65-89C0-F91F-F13AC0954B24}"/>
              </a:ext>
            </a:extLst>
          </p:cNvPr>
          <p:cNvSpPr/>
          <p:nvPr/>
        </p:nvSpPr>
        <p:spPr>
          <a:xfrm rot="5400000">
            <a:off x="933064" y="2308610"/>
            <a:ext cx="310335" cy="900113"/>
          </a:xfrm>
          <a:prstGeom prst="righ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+mn-ea"/>
            </a:endParaRPr>
          </a:p>
        </p:txBody>
      </p:sp>
      <p:sp>
        <p:nvSpPr>
          <p:cNvPr id="44" name="오른쪽 중괄호 43">
            <a:extLst>
              <a:ext uri="{FF2B5EF4-FFF2-40B4-BE49-F238E27FC236}">
                <a16:creationId xmlns:a16="http://schemas.microsoft.com/office/drawing/2014/main" id="{7AD92B16-84AA-B0B6-67D0-1092CD42CE92}"/>
              </a:ext>
            </a:extLst>
          </p:cNvPr>
          <p:cNvSpPr/>
          <p:nvPr/>
        </p:nvSpPr>
        <p:spPr>
          <a:xfrm rot="5400000">
            <a:off x="3890577" y="1578360"/>
            <a:ext cx="310333" cy="2411412"/>
          </a:xfrm>
          <a:prstGeom prst="righ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+mn-ea"/>
            </a:endParaRPr>
          </a:p>
        </p:txBody>
      </p:sp>
      <p:sp>
        <p:nvSpPr>
          <p:cNvPr id="45" name="오른쪽 중괄호 44">
            <a:extLst>
              <a:ext uri="{FF2B5EF4-FFF2-40B4-BE49-F238E27FC236}">
                <a16:creationId xmlns:a16="http://schemas.microsoft.com/office/drawing/2014/main" id="{601EA305-9422-6F81-A71B-3FF22C1A6BDD}"/>
              </a:ext>
            </a:extLst>
          </p:cNvPr>
          <p:cNvSpPr/>
          <p:nvPr/>
        </p:nvSpPr>
        <p:spPr>
          <a:xfrm rot="5400000">
            <a:off x="6806814" y="2311785"/>
            <a:ext cx="310335" cy="900113"/>
          </a:xfrm>
          <a:prstGeom prst="righ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+mn-ea"/>
            </a:endParaRPr>
          </a:p>
        </p:txBody>
      </p:sp>
      <p:sp>
        <p:nvSpPr>
          <p:cNvPr id="46" name="오른쪽 중괄호 45">
            <a:extLst>
              <a:ext uri="{FF2B5EF4-FFF2-40B4-BE49-F238E27FC236}">
                <a16:creationId xmlns:a16="http://schemas.microsoft.com/office/drawing/2014/main" id="{9CFB8E0A-7B41-85D0-F937-0ED2E1611208}"/>
              </a:ext>
            </a:extLst>
          </p:cNvPr>
          <p:cNvSpPr/>
          <p:nvPr/>
        </p:nvSpPr>
        <p:spPr>
          <a:xfrm rot="5400000">
            <a:off x="8671334" y="2266541"/>
            <a:ext cx="310331" cy="1006475"/>
          </a:xfrm>
          <a:prstGeom prst="righ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+mn-ea"/>
            </a:endParaRPr>
          </a:p>
        </p:txBody>
      </p:sp>
      <p:sp>
        <p:nvSpPr>
          <p:cNvPr id="47" name="Text Box 37">
            <a:extLst>
              <a:ext uri="{FF2B5EF4-FFF2-40B4-BE49-F238E27FC236}">
                <a16:creationId xmlns:a16="http://schemas.microsoft.com/office/drawing/2014/main" id="{F76F0121-B840-AEA3-A2AF-AB02BE08D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2425" y="3920292"/>
            <a:ext cx="1801813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9pPr>
          </a:lstStyle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예측 및 진단 </a:t>
            </a:r>
            <a:endParaRPr lang="en-US" altLang="ko-KR" sz="11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-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학습 결과 기반으로</a:t>
            </a:r>
            <a:endParaRPr lang="en-US" altLang="ko-KR" sz="1100" b="0" spc="-9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  소음 유형 파악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및</a:t>
            </a:r>
            <a:endParaRPr lang="en-US" altLang="ko-KR" sz="1100" b="0" spc="-9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진단 로직 개발</a:t>
            </a:r>
            <a:r>
              <a:rPr lang="ko-KR" altLang="en-US" sz="1100" b="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 </a:t>
            </a:r>
            <a:endParaRPr lang="en-US" altLang="ko-KR" sz="1100" b="0" spc="-9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 marL="171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ko-KR" sz="120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Accuracy Test</a:t>
            </a:r>
          </a:p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ko-KR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Cloud </a:t>
            </a: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배포 환경 구축</a:t>
            </a:r>
            <a:endParaRPr lang="en-US" altLang="ko-KR" sz="12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ko-KR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UI </a:t>
            </a: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인터페이스 개발 </a:t>
            </a:r>
            <a:endParaRPr lang="en-US" altLang="ko-KR" sz="12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    </a:t>
            </a:r>
            <a:endParaRPr lang="en-US" altLang="ko-KR" sz="11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53FF409C-0FE3-1F36-A138-B14BA52EE26D}"/>
              </a:ext>
            </a:extLst>
          </p:cNvPr>
          <p:cNvSpPr/>
          <p:nvPr/>
        </p:nvSpPr>
        <p:spPr>
          <a:xfrm>
            <a:off x="307975" y="3161467"/>
            <a:ext cx="1785938" cy="539751"/>
          </a:xfrm>
          <a:prstGeom prst="homePlate">
            <a:avLst>
              <a:gd name="adj" fmla="val 48235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>
              <a:defRPr/>
            </a:pPr>
            <a:r>
              <a:rPr lang="en-US" altLang="ko-KR" sz="1800" b="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rPr>
              <a:t>Data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66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직사각형 78">
            <a:extLst>
              <a:ext uri="{FF2B5EF4-FFF2-40B4-BE49-F238E27FC236}">
                <a16:creationId xmlns:a16="http://schemas.microsoft.com/office/drawing/2014/main" id="{162B672B-993C-2D9B-BD00-23E22CEC59C4}"/>
              </a:ext>
            </a:extLst>
          </p:cNvPr>
          <p:cNvSpPr/>
          <p:nvPr/>
        </p:nvSpPr>
        <p:spPr>
          <a:xfrm>
            <a:off x="4616904" y="4381803"/>
            <a:ext cx="4537301" cy="1727123"/>
          </a:xfrm>
          <a:prstGeom prst="rect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B567267-568F-36B3-3819-327C1F0B1EE5}"/>
              </a:ext>
            </a:extLst>
          </p:cNvPr>
          <p:cNvSpPr/>
          <p:nvPr/>
        </p:nvSpPr>
        <p:spPr>
          <a:xfrm>
            <a:off x="90699" y="952500"/>
            <a:ext cx="4096829" cy="5156426"/>
          </a:xfrm>
          <a:prstGeom prst="rect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sp>
        <p:nvSpPr>
          <p:cNvPr id="3" name="평행 사변형 2">
            <a:extLst>
              <a:ext uri="{FF2B5EF4-FFF2-40B4-BE49-F238E27FC236}">
                <a16:creationId xmlns:a16="http://schemas.microsoft.com/office/drawing/2014/main" id="{F9D6E1B3-27E1-B4E4-FC9F-9E42215E7BC7}"/>
              </a:ext>
            </a:extLst>
          </p:cNvPr>
          <p:cNvSpPr/>
          <p:nvPr/>
        </p:nvSpPr>
        <p:spPr>
          <a:xfrm>
            <a:off x="610280" y="749075"/>
            <a:ext cx="3166382" cy="425508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b="1" dirty="0"/>
              <a:t>Signal processing</a:t>
            </a:r>
            <a:endParaRPr lang="ko-KR" altLang="en-US" sz="1138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6FD6CAF-6C34-14A5-3DFF-3D0256B45881}"/>
              </a:ext>
            </a:extLst>
          </p:cNvPr>
          <p:cNvSpPr/>
          <p:nvPr/>
        </p:nvSpPr>
        <p:spPr>
          <a:xfrm>
            <a:off x="343334" y="1521769"/>
            <a:ext cx="1777694" cy="298305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7CF604-1DA9-AE8F-1867-E61DE1E0A9AA}"/>
              </a:ext>
            </a:extLst>
          </p:cNvPr>
          <p:cNvSpPr/>
          <p:nvPr/>
        </p:nvSpPr>
        <p:spPr>
          <a:xfrm>
            <a:off x="343334" y="1558390"/>
            <a:ext cx="1744786" cy="2423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Vibration/Sound Data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A05E27-A9AE-1A5B-CE4A-B4EBD312CAA9}"/>
              </a:ext>
            </a:extLst>
          </p:cNvPr>
          <p:cNvSpPr/>
          <p:nvPr/>
        </p:nvSpPr>
        <p:spPr>
          <a:xfrm>
            <a:off x="2262401" y="1521769"/>
            <a:ext cx="1777694" cy="298305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FF57ED7-02F6-F6B1-0974-7EAD011BDD43}"/>
              </a:ext>
            </a:extLst>
          </p:cNvPr>
          <p:cNvSpPr/>
          <p:nvPr/>
        </p:nvSpPr>
        <p:spPr>
          <a:xfrm>
            <a:off x="326118" y="2103459"/>
            <a:ext cx="1777694" cy="298305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534F0C-5C91-A33A-C82F-41BC427C3CF4}"/>
              </a:ext>
            </a:extLst>
          </p:cNvPr>
          <p:cNvSpPr/>
          <p:nvPr/>
        </p:nvSpPr>
        <p:spPr>
          <a:xfrm>
            <a:off x="2262401" y="2103459"/>
            <a:ext cx="1777694" cy="298305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8A81AEE-FD58-384E-9965-EDF84E96749D}"/>
              </a:ext>
            </a:extLst>
          </p:cNvPr>
          <p:cNvSpPr/>
          <p:nvPr/>
        </p:nvSpPr>
        <p:spPr>
          <a:xfrm>
            <a:off x="326118" y="2689843"/>
            <a:ext cx="1777694" cy="298305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065F31-4728-9D25-2BD1-6236CC5CE107}"/>
              </a:ext>
            </a:extLst>
          </p:cNvPr>
          <p:cNvSpPr/>
          <p:nvPr/>
        </p:nvSpPr>
        <p:spPr>
          <a:xfrm>
            <a:off x="2262401" y="2689843"/>
            <a:ext cx="1777694" cy="298305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1E4E4E9-F10B-81A0-4DE4-19D65A3FB105}"/>
              </a:ext>
            </a:extLst>
          </p:cNvPr>
          <p:cNvSpPr/>
          <p:nvPr/>
        </p:nvSpPr>
        <p:spPr>
          <a:xfrm>
            <a:off x="2289950" y="1558390"/>
            <a:ext cx="1750145" cy="2423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Machine information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F93BCB7-1C76-8B50-6D01-885935B5627B}"/>
              </a:ext>
            </a:extLst>
          </p:cNvPr>
          <p:cNvSpPr/>
          <p:nvPr/>
        </p:nvSpPr>
        <p:spPr>
          <a:xfrm>
            <a:off x="343334" y="2147758"/>
            <a:ext cx="1744626" cy="2423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Transform data to RMS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4247E9-CDB5-DCF6-DA81-9D4646C289BB}"/>
              </a:ext>
            </a:extLst>
          </p:cNvPr>
          <p:cNvSpPr/>
          <p:nvPr/>
        </p:nvSpPr>
        <p:spPr>
          <a:xfrm>
            <a:off x="343334" y="2702237"/>
            <a:ext cx="1744786" cy="2423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Transform data to FFT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0AD9D0-F443-52F4-7A91-8695EFB30DD2}"/>
              </a:ext>
            </a:extLst>
          </p:cNvPr>
          <p:cNvSpPr/>
          <p:nvPr/>
        </p:nvSpPr>
        <p:spPr>
          <a:xfrm>
            <a:off x="2289950" y="2058465"/>
            <a:ext cx="1750145" cy="3924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Setting diagnostic parameter in attribute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FD9DBA1-DEB8-5C1D-1E87-3544648AD9F6}"/>
              </a:ext>
            </a:extLst>
          </p:cNvPr>
          <p:cNvSpPr/>
          <p:nvPr/>
        </p:nvSpPr>
        <p:spPr>
          <a:xfrm>
            <a:off x="2262401" y="2648795"/>
            <a:ext cx="1777694" cy="3924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Calculate diagnostic parameter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FCACEC5-041D-42F3-4563-305E7081AAA4}"/>
              </a:ext>
            </a:extLst>
          </p:cNvPr>
          <p:cNvSpPr/>
          <p:nvPr/>
        </p:nvSpPr>
        <p:spPr>
          <a:xfrm>
            <a:off x="1307179" y="3852813"/>
            <a:ext cx="1777694" cy="298305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D9F91E2-C22A-30F5-B543-EE8CA5654E3F}"/>
              </a:ext>
            </a:extLst>
          </p:cNvPr>
          <p:cNvSpPr/>
          <p:nvPr/>
        </p:nvSpPr>
        <p:spPr>
          <a:xfrm>
            <a:off x="1373554" y="3864329"/>
            <a:ext cx="1777694" cy="2423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Define frequency spectrum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C70DB8B-7ADE-130F-A588-8595F0FB83D6}"/>
              </a:ext>
            </a:extLst>
          </p:cNvPr>
          <p:cNvSpPr/>
          <p:nvPr/>
        </p:nvSpPr>
        <p:spPr>
          <a:xfrm>
            <a:off x="343334" y="4436445"/>
            <a:ext cx="1777694" cy="298305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9E113B3-79A8-C4B2-3A0F-19482E384A74}"/>
              </a:ext>
            </a:extLst>
          </p:cNvPr>
          <p:cNvSpPr/>
          <p:nvPr/>
        </p:nvSpPr>
        <p:spPr>
          <a:xfrm>
            <a:off x="2279616" y="4436445"/>
            <a:ext cx="1777694" cy="298305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F9EA524-2041-4D61-6D36-27AB175DE709}"/>
              </a:ext>
            </a:extLst>
          </p:cNvPr>
          <p:cNvSpPr/>
          <p:nvPr/>
        </p:nvSpPr>
        <p:spPr>
          <a:xfrm>
            <a:off x="360549" y="4448839"/>
            <a:ext cx="1744786" cy="2423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Low band threshold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3A3385C-C619-8DB3-9596-39A61FA48DD3}"/>
              </a:ext>
            </a:extLst>
          </p:cNvPr>
          <p:cNvSpPr/>
          <p:nvPr/>
        </p:nvSpPr>
        <p:spPr>
          <a:xfrm>
            <a:off x="2289950" y="4468248"/>
            <a:ext cx="1777694" cy="2423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High band threshold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12E3438-CCDA-5E43-0F2A-C383805B05D9}"/>
              </a:ext>
            </a:extLst>
          </p:cNvPr>
          <p:cNvSpPr/>
          <p:nvPr/>
        </p:nvSpPr>
        <p:spPr>
          <a:xfrm>
            <a:off x="1307179" y="5554830"/>
            <a:ext cx="1777694" cy="298305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B8BBB79-9A64-B32F-A9A4-56ED76BB9314}"/>
              </a:ext>
            </a:extLst>
          </p:cNvPr>
          <p:cNvSpPr/>
          <p:nvPr/>
        </p:nvSpPr>
        <p:spPr>
          <a:xfrm>
            <a:off x="1307179" y="5513784"/>
            <a:ext cx="1777694" cy="3924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Feature extraction for </a:t>
            </a:r>
          </a:p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bearing noise </a:t>
            </a: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71BF8AE3-7DED-3B19-B604-C48A24E70AD1}"/>
              </a:ext>
            </a:extLst>
          </p:cNvPr>
          <p:cNvCxnSpPr>
            <a:cxnSpLocks/>
            <a:stCxn id="9" idx="2"/>
            <a:endCxn id="24" idx="0"/>
          </p:cNvCxnSpPr>
          <p:nvPr/>
        </p:nvCxnSpPr>
        <p:spPr>
          <a:xfrm rot="16200000" flipH="1">
            <a:off x="1531902" y="2671210"/>
            <a:ext cx="347186" cy="981060"/>
          </a:xfrm>
          <a:prstGeom prst="bentConnector3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909F3827-620B-2CA3-A688-915515FEB250}"/>
              </a:ext>
            </a:extLst>
          </p:cNvPr>
          <p:cNvCxnSpPr>
            <a:cxnSpLocks/>
            <a:stCxn id="15" idx="2"/>
            <a:endCxn id="24" idx="0"/>
          </p:cNvCxnSpPr>
          <p:nvPr/>
        </p:nvCxnSpPr>
        <p:spPr>
          <a:xfrm rot="5400000">
            <a:off x="2517920" y="2702004"/>
            <a:ext cx="311435" cy="955222"/>
          </a:xfrm>
          <a:prstGeom prst="bentConnector3">
            <a:avLst>
              <a:gd name="adj1" fmla="val 44320"/>
            </a:avLst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2D7B98FA-72E5-AF2B-6664-1EABDDFB6F3D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3151247" y="1820074"/>
            <a:ext cx="1" cy="271136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8D1DD043-E6E8-16D9-25A2-CDE63E1ECCC3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3151248" y="2401764"/>
            <a:ext cx="0" cy="288078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D8B0A4C0-0BCE-C7D6-6D90-564750389B2A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232181" y="1820074"/>
            <a:ext cx="0" cy="254441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4FDE5F9E-E39A-C285-82F4-B8BFEAB6D88B}"/>
              </a:ext>
            </a:extLst>
          </p:cNvPr>
          <p:cNvCxnSpPr>
            <a:cxnSpLocks/>
          </p:cNvCxnSpPr>
          <p:nvPr/>
        </p:nvCxnSpPr>
        <p:spPr>
          <a:xfrm>
            <a:off x="1234735" y="2405314"/>
            <a:ext cx="0" cy="288078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44D107C6-2B47-3E39-05F6-7127E0ACB42D}"/>
              </a:ext>
            </a:extLst>
          </p:cNvPr>
          <p:cNvCxnSpPr>
            <a:cxnSpLocks/>
          </p:cNvCxnSpPr>
          <p:nvPr/>
        </p:nvCxnSpPr>
        <p:spPr>
          <a:xfrm flipH="1">
            <a:off x="2196025" y="3588773"/>
            <a:ext cx="1" cy="271136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AC207E0-0336-B8FC-330E-BCD093DED0A3}"/>
              </a:ext>
            </a:extLst>
          </p:cNvPr>
          <p:cNvSpPr/>
          <p:nvPr/>
        </p:nvSpPr>
        <p:spPr>
          <a:xfrm>
            <a:off x="1307179" y="3335334"/>
            <a:ext cx="1777694" cy="298305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C091507-9684-FC20-E21F-89C741C0913F}"/>
              </a:ext>
            </a:extLst>
          </p:cNvPr>
          <p:cNvSpPr/>
          <p:nvPr/>
        </p:nvSpPr>
        <p:spPr>
          <a:xfrm>
            <a:off x="1307179" y="3358044"/>
            <a:ext cx="1777694" cy="2423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Define anomaly peaks</a:t>
            </a:r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444DDBD7-413F-C86C-3B13-A1EC1716C27C}"/>
              </a:ext>
            </a:extLst>
          </p:cNvPr>
          <p:cNvCxnSpPr>
            <a:cxnSpLocks/>
            <a:stCxn id="26" idx="2"/>
            <a:endCxn id="30" idx="0"/>
          </p:cNvCxnSpPr>
          <p:nvPr/>
        </p:nvCxnSpPr>
        <p:spPr>
          <a:xfrm rot="5400000">
            <a:off x="1571441" y="3811859"/>
            <a:ext cx="285326" cy="96384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2A966E4A-9B7D-F0AE-D190-B997A73F2E81}"/>
              </a:ext>
            </a:extLst>
          </p:cNvPr>
          <p:cNvCxnSpPr>
            <a:cxnSpLocks/>
            <a:stCxn id="26" idx="2"/>
            <a:endCxn id="31" idx="0"/>
          </p:cNvCxnSpPr>
          <p:nvPr/>
        </p:nvCxnSpPr>
        <p:spPr>
          <a:xfrm rot="16200000" flipH="1">
            <a:off x="2539582" y="3807562"/>
            <a:ext cx="285326" cy="972437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E17A08A1-81E7-6E2E-AFE0-7839B3C6922E}"/>
              </a:ext>
            </a:extLst>
          </p:cNvPr>
          <p:cNvCxnSpPr>
            <a:cxnSpLocks/>
            <a:stCxn id="31" idx="2"/>
            <a:endCxn id="34" idx="0"/>
          </p:cNvCxnSpPr>
          <p:nvPr/>
        </p:nvCxnSpPr>
        <p:spPr>
          <a:xfrm rot="5400000">
            <a:off x="2508906" y="4421870"/>
            <a:ext cx="346678" cy="972437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594C59D4-A74E-9CBA-72A5-A507F0D91CE2}"/>
              </a:ext>
            </a:extLst>
          </p:cNvPr>
          <p:cNvCxnSpPr>
            <a:cxnSpLocks/>
            <a:stCxn id="30" idx="2"/>
            <a:endCxn id="34" idx="0"/>
          </p:cNvCxnSpPr>
          <p:nvPr/>
        </p:nvCxnSpPr>
        <p:spPr>
          <a:xfrm rot="16200000" flipH="1">
            <a:off x="1540765" y="4426166"/>
            <a:ext cx="346678" cy="96384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3D999EF6-79DA-A6E4-3FB3-C8ECE7A551AF}"/>
              </a:ext>
            </a:extLst>
          </p:cNvPr>
          <p:cNvCxnSpPr>
            <a:cxnSpLocks/>
          </p:cNvCxnSpPr>
          <p:nvPr/>
        </p:nvCxnSpPr>
        <p:spPr>
          <a:xfrm flipH="1">
            <a:off x="2193722" y="5250298"/>
            <a:ext cx="1" cy="271136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86433A5-540B-C75B-BB06-4B939CC20FAE}"/>
              </a:ext>
            </a:extLst>
          </p:cNvPr>
          <p:cNvSpPr/>
          <p:nvPr/>
        </p:nvSpPr>
        <p:spPr>
          <a:xfrm>
            <a:off x="1307179" y="5081428"/>
            <a:ext cx="1777694" cy="298305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F3D5099-8DD9-60BA-E85B-A9B5F395C202}"/>
              </a:ext>
            </a:extLst>
          </p:cNvPr>
          <p:cNvSpPr/>
          <p:nvPr/>
        </p:nvSpPr>
        <p:spPr>
          <a:xfrm>
            <a:off x="1307179" y="5085637"/>
            <a:ext cx="1777694" cy="2423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Exterior noise filtering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AD4EAB60-2D30-3D29-E0A0-7BD6D8861863}"/>
              </a:ext>
            </a:extLst>
          </p:cNvPr>
          <p:cNvSpPr/>
          <p:nvPr/>
        </p:nvSpPr>
        <p:spPr>
          <a:xfrm>
            <a:off x="4616904" y="952500"/>
            <a:ext cx="4537301" cy="2476501"/>
          </a:xfrm>
          <a:prstGeom prst="rect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2DD85C2-432E-9C9E-5975-4DEC6F96128D}"/>
              </a:ext>
            </a:extLst>
          </p:cNvPr>
          <p:cNvSpPr/>
          <p:nvPr/>
        </p:nvSpPr>
        <p:spPr>
          <a:xfrm>
            <a:off x="6030219" y="1277030"/>
            <a:ext cx="2425260" cy="298305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A2D7DB0-F5C8-5486-E9E1-BA4D94168F36}"/>
              </a:ext>
            </a:extLst>
          </p:cNvPr>
          <p:cNvSpPr/>
          <p:nvPr/>
        </p:nvSpPr>
        <p:spPr>
          <a:xfrm>
            <a:off x="6057768" y="1313651"/>
            <a:ext cx="2387676" cy="2423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Application (visualization)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E3B8D55-DDA2-2994-0319-FD59DBF251E9}"/>
              </a:ext>
            </a:extLst>
          </p:cNvPr>
          <p:cNvSpPr/>
          <p:nvPr/>
        </p:nvSpPr>
        <p:spPr>
          <a:xfrm>
            <a:off x="6040254" y="1840762"/>
            <a:ext cx="2425260" cy="298305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DE5F4BC8-DC5A-A2A4-5089-1735591B81C3}"/>
              </a:ext>
            </a:extLst>
          </p:cNvPr>
          <p:cNvSpPr/>
          <p:nvPr/>
        </p:nvSpPr>
        <p:spPr>
          <a:xfrm>
            <a:off x="6067803" y="1877383"/>
            <a:ext cx="2387676" cy="2423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Endpoint (HTTPS)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D7416E9E-5D42-CD6B-3103-7DFAE6853A36}"/>
              </a:ext>
            </a:extLst>
          </p:cNvPr>
          <p:cNvSpPr/>
          <p:nvPr/>
        </p:nvSpPr>
        <p:spPr>
          <a:xfrm>
            <a:off x="6043214" y="2494750"/>
            <a:ext cx="2412265" cy="800944"/>
          </a:xfrm>
          <a:prstGeom prst="round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87" name="순서도: 문서 86">
            <a:extLst>
              <a:ext uri="{FF2B5EF4-FFF2-40B4-BE49-F238E27FC236}">
                <a16:creationId xmlns:a16="http://schemas.microsoft.com/office/drawing/2014/main" id="{95CAC8DB-BBE9-6A86-4418-D12C2A04089B}"/>
              </a:ext>
            </a:extLst>
          </p:cNvPr>
          <p:cNvSpPr/>
          <p:nvPr/>
        </p:nvSpPr>
        <p:spPr>
          <a:xfrm>
            <a:off x="7414843" y="2579524"/>
            <a:ext cx="848804" cy="616467"/>
          </a:xfrm>
          <a:prstGeom prst="flowChartDocumen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88" name="순서도: 문서 87">
            <a:extLst>
              <a:ext uri="{FF2B5EF4-FFF2-40B4-BE49-F238E27FC236}">
                <a16:creationId xmlns:a16="http://schemas.microsoft.com/office/drawing/2014/main" id="{194ACD4D-C674-57D1-D915-1760BFE3BD40}"/>
              </a:ext>
            </a:extLst>
          </p:cNvPr>
          <p:cNvSpPr/>
          <p:nvPr/>
        </p:nvSpPr>
        <p:spPr>
          <a:xfrm>
            <a:off x="6271634" y="2579524"/>
            <a:ext cx="848804" cy="616467"/>
          </a:xfrm>
          <a:prstGeom prst="flowChartDocumen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89" name="원통형 88">
            <a:extLst>
              <a:ext uri="{FF2B5EF4-FFF2-40B4-BE49-F238E27FC236}">
                <a16:creationId xmlns:a16="http://schemas.microsoft.com/office/drawing/2014/main" id="{904E41FC-6A04-41B1-D00B-5A9B52405CF2}"/>
              </a:ext>
            </a:extLst>
          </p:cNvPr>
          <p:cNvSpPr/>
          <p:nvPr/>
        </p:nvSpPr>
        <p:spPr>
          <a:xfrm>
            <a:off x="4856858" y="2652312"/>
            <a:ext cx="928032" cy="472787"/>
          </a:xfrm>
          <a:prstGeom prst="can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8C0495C-F9DD-E39A-0B3C-38CED4C3E07A}"/>
              </a:ext>
            </a:extLst>
          </p:cNvPr>
          <p:cNvSpPr/>
          <p:nvPr/>
        </p:nvSpPr>
        <p:spPr>
          <a:xfrm>
            <a:off x="4856858" y="2746058"/>
            <a:ext cx="928032" cy="3924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Trained model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0411A3F-4C5C-06F1-9AE1-D9C2DEEA2508}"/>
              </a:ext>
            </a:extLst>
          </p:cNvPr>
          <p:cNvSpPr/>
          <p:nvPr/>
        </p:nvSpPr>
        <p:spPr>
          <a:xfrm>
            <a:off x="6310347" y="2657709"/>
            <a:ext cx="678258" cy="3924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Helper</a:t>
            </a:r>
          </a:p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9C14B236-7F86-A242-D098-60AFDF5E2EAD}"/>
              </a:ext>
            </a:extLst>
          </p:cNvPr>
          <p:cNvSpPr/>
          <p:nvPr/>
        </p:nvSpPr>
        <p:spPr>
          <a:xfrm>
            <a:off x="7493911" y="2663527"/>
            <a:ext cx="678258" cy="54245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Inference</a:t>
            </a:r>
          </a:p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95C6316-587C-0DCD-27BA-91169A49E22D}"/>
              </a:ext>
            </a:extLst>
          </p:cNvPr>
          <p:cNvSpPr/>
          <p:nvPr/>
        </p:nvSpPr>
        <p:spPr>
          <a:xfrm>
            <a:off x="8433287" y="2521016"/>
            <a:ext cx="1004187" cy="54245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altLang="ko-KR" sz="975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defRPr/>
            </a:pPr>
            <a:r>
              <a:rPr lang="en-US" altLang="ko-KR" sz="975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detection </a:t>
            </a:r>
          </a:p>
          <a:p>
            <a:pPr>
              <a:defRPr/>
            </a:pPr>
            <a:r>
              <a:rPr lang="en-US" altLang="ko-KR" sz="975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classification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A550ED80-A8CE-9D59-5B99-11A3B64678DC}"/>
              </a:ext>
            </a:extLst>
          </p:cNvPr>
          <p:cNvSpPr/>
          <p:nvPr/>
        </p:nvSpPr>
        <p:spPr>
          <a:xfrm>
            <a:off x="5254404" y="3654279"/>
            <a:ext cx="1626797" cy="2423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Upload trained model</a:t>
            </a:r>
          </a:p>
        </p:txBody>
      </p:sp>
      <p:sp>
        <p:nvSpPr>
          <p:cNvPr id="95" name="굽은 화살표 1">
            <a:extLst>
              <a:ext uri="{FF2B5EF4-FFF2-40B4-BE49-F238E27FC236}">
                <a16:creationId xmlns:a16="http://schemas.microsoft.com/office/drawing/2014/main" id="{3442E310-6FB2-BF27-817C-DE90D8354A96}"/>
              </a:ext>
            </a:extLst>
          </p:cNvPr>
          <p:cNvSpPr/>
          <p:nvPr/>
        </p:nvSpPr>
        <p:spPr bwMode="auto">
          <a:xfrm>
            <a:off x="4836200" y="4717979"/>
            <a:ext cx="4183277" cy="290494"/>
          </a:xfrm>
          <a:prstGeom prst="bentArrow">
            <a:avLst>
              <a:gd name="adj1" fmla="val 25000"/>
              <a:gd name="adj2" fmla="val 23224"/>
              <a:gd name="adj3" fmla="val 50000"/>
              <a:gd name="adj4" fmla="val 43750"/>
            </a:avLst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</a:bodyPr>
          <a:lstStyle/>
          <a:p>
            <a:pPr defTabSz="742950" latinLnBrk="0">
              <a:defRPr/>
            </a:pPr>
            <a:endParaRPr lang="ko-KR" altLang="en-US" sz="1463" kern="0" dirty="0">
              <a:solidFill>
                <a:prstClr val="black"/>
              </a:solidFill>
            </a:endParaRPr>
          </a:p>
        </p:txBody>
      </p:sp>
      <p:sp>
        <p:nvSpPr>
          <p:cNvPr id="96" name="굽은 화살표 12">
            <a:extLst>
              <a:ext uri="{FF2B5EF4-FFF2-40B4-BE49-F238E27FC236}">
                <a16:creationId xmlns:a16="http://schemas.microsoft.com/office/drawing/2014/main" id="{F7F9D81C-9441-0BD7-263F-F85B71AFFC28}"/>
              </a:ext>
            </a:extLst>
          </p:cNvPr>
          <p:cNvSpPr/>
          <p:nvPr/>
        </p:nvSpPr>
        <p:spPr bwMode="auto">
          <a:xfrm rot="10800000">
            <a:off x="4845629" y="5184664"/>
            <a:ext cx="4183277" cy="298677"/>
          </a:xfrm>
          <a:prstGeom prst="bentArrow">
            <a:avLst>
              <a:gd name="adj1" fmla="val 25000"/>
              <a:gd name="adj2" fmla="val 25000"/>
              <a:gd name="adj3" fmla="val 45729"/>
              <a:gd name="adj4" fmla="val 43750"/>
            </a:avLst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</a:bodyPr>
          <a:lstStyle/>
          <a:p>
            <a:pPr defTabSz="742950" latinLnBrk="0">
              <a:defRPr/>
            </a:pPr>
            <a:endParaRPr lang="ko-KR" altLang="en-US" sz="1463" kern="0" dirty="0">
              <a:solidFill>
                <a:prstClr val="black"/>
              </a:solidFill>
            </a:endParaRPr>
          </a:p>
        </p:txBody>
      </p:sp>
      <p:sp>
        <p:nvSpPr>
          <p:cNvPr id="97" name="원통형 96">
            <a:extLst>
              <a:ext uri="{FF2B5EF4-FFF2-40B4-BE49-F238E27FC236}">
                <a16:creationId xmlns:a16="http://schemas.microsoft.com/office/drawing/2014/main" id="{D9C1B281-C5A4-BAD0-D039-D778EA4CF004}"/>
              </a:ext>
            </a:extLst>
          </p:cNvPr>
          <p:cNvSpPr/>
          <p:nvPr/>
        </p:nvSpPr>
        <p:spPr>
          <a:xfrm>
            <a:off x="5646821" y="5569724"/>
            <a:ext cx="928032" cy="472787"/>
          </a:xfrm>
          <a:prstGeom prst="can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A7D7D6EE-36A5-6FF1-8F22-F9ADECDA07F2}"/>
              </a:ext>
            </a:extLst>
          </p:cNvPr>
          <p:cNvSpPr/>
          <p:nvPr/>
        </p:nvSpPr>
        <p:spPr>
          <a:xfrm>
            <a:off x="5621397" y="5708442"/>
            <a:ext cx="972809" cy="2423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Feature info.</a:t>
            </a:r>
          </a:p>
        </p:txBody>
      </p:sp>
      <p:sp>
        <p:nvSpPr>
          <p:cNvPr id="99" name="원통형 98">
            <a:extLst>
              <a:ext uri="{FF2B5EF4-FFF2-40B4-BE49-F238E27FC236}">
                <a16:creationId xmlns:a16="http://schemas.microsoft.com/office/drawing/2014/main" id="{86256CFE-9792-A817-745B-097A9D89E60C}"/>
              </a:ext>
            </a:extLst>
          </p:cNvPr>
          <p:cNvSpPr/>
          <p:nvPr/>
        </p:nvSpPr>
        <p:spPr>
          <a:xfrm>
            <a:off x="7082963" y="5565786"/>
            <a:ext cx="928032" cy="472787"/>
          </a:xfrm>
          <a:prstGeom prst="can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21105A96-1217-2A9E-B45E-E41CB18FE7A8}"/>
              </a:ext>
            </a:extLst>
          </p:cNvPr>
          <p:cNvSpPr/>
          <p:nvPr/>
        </p:nvSpPr>
        <p:spPr>
          <a:xfrm>
            <a:off x="7082963" y="5659532"/>
            <a:ext cx="928032" cy="3924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Labeled train data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AFEA9FAC-7C39-F59C-6086-3B50002793B7}"/>
              </a:ext>
            </a:extLst>
          </p:cNvPr>
          <p:cNvSpPr/>
          <p:nvPr/>
        </p:nvSpPr>
        <p:spPr>
          <a:xfrm>
            <a:off x="4994467" y="4945828"/>
            <a:ext cx="860685" cy="298305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10573F89-2979-6053-529F-5ABF829DC841}"/>
              </a:ext>
            </a:extLst>
          </p:cNvPr>
          <p:cNvSpPr/>
          <p:nvPr/>
        </p:nvSpPr>
        <p:spPr>
          <a:xfrm>
            <a:off x="4994467" y="4904782"/>
            <a:ext cx="860685" cy="3924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Training</a:t>
            </a:r>
          </a:p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set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93C7921-3E9F-3AAD-4A2F-C721751E676D}"/>
              </a:ext>
            </a:extLst>
          </p:cNvPr>
          <p:cNvSpPr/>
          <p:nvPr/>
        </p:nvSpPr>
        <p:spPr>
          <a:xfrm>
            <a:off x="6005015" y="4945828"/>
            <a:ext cx="860685" cy="298305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F50FC74-9E51-C109-ED57-E88B11AD42AF}"/>
              </a:ext>
            </a:extLst>
          </p:cNvPr>
          <p:cNvSpPr/>
          <p:nvPr/>
        </p:nvSpPr>
        <p:spPr>
          <a:xfrm>
            <a:off x="6031233" y="4966724"/>
            <a:ext cx="860685" cy="2423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Normalize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4347B14-7CD8-3536-2EF8-5DF0479ECBBA}"/>
              </a:ext>
            </a:extLst>
          </p:cNvPr>
          <p:cNvSpPr/>
          <p:nvPr/>
        </p:nvSpPr>
        <p:spPr>
          <a:xfrm>
            <a:off x="7026666" y="4945828"/>
            <a:ext cx="860685" cy="298305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7097EF1F-B22E-30F4-C92A-40F14D1D4DB5}"/>
              </a:ext>
            </a:extLst>
          </p:cNvPr>
          <p:cNvSpPr/>
          <p:nvPr/>
        </p:nvSpPr>
        <p:spPr>
          <a:xfrm>
            <a:off x="7052884" y="4966724"/>
            <a:ext cx="860685" cy="2423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0A0152DF-386D-B93D-7375-C6466952B758}"/>
              </a:ext>
            </a:extLst>
          </p:cNvPr>
          <p:cNvSpPr/>
          <p:nvPr/>
        </p:nvSpPr>
        <p:spPr>
          <a:xfrm>
            <a:off x="8031262" y="4945828"/>
            <a:ext cx="860685" cy="298305"/>
          </a:xfrm>
          <a:prstGeom prst="rect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B16517F4-74C4-8FB5-32FA-E1C7C596D0BE}"/>
              </a:ext>
            </a:extLst>
          </p:cNvPr>
          <p:cNvSpPr/>
          <p:nvPr/>
        </p:nvSpPr>
        <p:spPr>
          <a:xfrm>
            <a:off x="8057480" y="4966724"/>
            <a:ext cx="860685" cy="2423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Save </a:t>
            </a:r>
          </a:p>
        </p:txBody>
      </p:sp>
      <p:cxnSp>
        <p:nvCxnSpPr>
          <p:cNvPr id="110" name="연결선: 꺾임 109">
            <a:extLst>
              <a:ext uri="{FF2B5EF4-FFF2-40B4-BE49-F238E27FC236}">
                <a16:creationId xmlns:a16="http://schemas.microsoft.com/office/drawing/2014/main" id="{A6D3D8F4-DB82-1120-DE8A-BBC2E1435D97}"/>
              </a:ext>
            </a:extLst>
          </p:cNvPr>
          <p:cNvCxnSpPr>
            <a:cxnSpLocks/>
            <a:stCxn id="99" idx="1"/>
            <a:endCxn id="102" idx="2"/>
          </p:cNvCxnSpPr>
          <p:nvPr/>
        </p:nvCxnSpPr>
        <p:spPr>
          <a:xfrm rot="16200000" flipV="1">
            <a:off x="6342945" y="4361750"/>
            <a:ext cx="285902" cy="2122170"/>
          </a:xfrm>
          <a:prstGeom prst="bentConnector3">
            <a:avLst>
              <a:gd name="adj1" fmla="val 19064"/>
            </a:avLst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859151A-4360-A530-B659-409214C84E2D}"/>
              </a:ext>
            </a:extLst>
          </p:cNvPr>
          <p:cNvCxnSpPr>
            <a:cxnSpLocks/>
            <a:stCxn id="97" idx="4"/>
            <a:endCxn id="99" idx="2"/>
          </p:cNvCxnSpPr>
          <p:nvPr/>
        </p:nvCxnSpPr>
        <p:spPr>
          <a:xfrm flipV="1">
            <a:off x="6574853" y="5802180"/>
            <a:ext cx="508111" cy="3938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869066C3-D35B-D033-2A7C-B82DD05CAD8B}"/>
              </a:ext>
            </a:extLst>
          </p:cNvPr>
          <p:cNvCxnSpPr>
            <a:cxnSpLocks/>
            <a:stCxn id="108" idx="3"/>
            <a:endCxn id="89" idx="3"/>
          </p:cNvCxnSpPr>
          <p:nvPr/>
        </p:nvCxnSpPr>
        <p:spPr>
          <a:xfrm flipH="1" flipV="1">
            <a:off x="5320875" y="3125099"/>
            <a:ext cx="3571073" cy="1969882"/>
          </a:xfrm>
          <a:prstGeom prst="bentConnector4">
            <a:avLst>
              <a:gd name="adj1" fmla="val -18575"/>
              <a:gd name="adj2" fmla="val 74889"/>
            </a:avLst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평행 사변형 122">
            <a:extLst>
              <a:ext uri="{FF2B5EF4-FFF2-40B4-BE49-F238E27FC236}">
                <a16:creationId xmlns:a16="http://schemas.microsoft.com/office/drawing/2014/main" id="{28022D91-4F00-EF5C-A7C2-B54CB4F35BBF}"/>
              </a:ext>
            </a:extLst>
          </p:cNvPr>
          <p:cNvSpPr/>
          <p:nvPr/>
        </p:nvSpPr>
        <p:spPr>
          <a:xfrm>
            <a:off x="5162123" y="4178347"/>
            <a:ext cx="3634352" cy="392365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b="1" dirty="0"/>
              <a:t>Training</a:t>
            </a:r>
            <a:endParaRPr lang="ko-KR" altLang="en-US" sz="1300" b="1" dirty="0"/>
          </a:p>
        </p:txBody>
      </p:sp>
      <p:sp>
        <p:nvSpPr>
          <p:cNvPr id="124" name="평행 사변형 123">
            <a:extLst>
              <a:ext uri="{FF2B5EF4-FFF2-40B4-BE49-F238E27FC236}">
                <a16:creationId xmlns:a16="http://schemas.microsoft.com/office/drawing/2014/main" id="{0D5733C3-F2F4-A75D-92C4-04803C0B1837}"/>
              </a:ext>
            </a:extLst>
          </p:cNvPr>
          <p:cNvSpPr/>
          <p:nvPr/>
        </p:nvSpPr>
        <p:spPr>
          <a:xfrm>
            <a:off x="5162124" y="711250"/>
            <a:ext cx="3489757" cy="404438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b="1" dirty="0"/>
              <a:t>Inference</a:t>
            </a:r>
            <a:endParaRPr lang="ko-KR" altLang="en-US" sz="1300" b="1" dirty="0"/>
          </a:p>
        </p:txBody>
      </p: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B608C5CB-CD18-7BAC-9F4A-0013BF4CC76D}"/>
              </a:ext>
            </a:extLst>
          </p:cNvPr>
          <p:cNvCxnSpPr>
            <a:cxnSpLocks/>
            <a:stCxn id="89" idx="4"/>
            <a:endCxn id="88" idx="1"/>
          </p:cNvCxnSpPr>
          <p:nvPr/>
        </p:nvCxnSpPr>
        <p:spPr>
          <a:xfrm flipV="1">
            <a:off x="5784890" y="2887758"/>
            <a:ext cx="486744" cy="948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D681C667-45F4-9CB6-961F-7D5216946FDA}"/>
              </a:ext>
            </a:extLst>
          </p:cNvPr>
          <p:cNvCxnSpPr>
            <a:cxnSpLocks/>
            <a:stCxn id="88" idx="3"/>
            <a:endCxn id="87" idx="1"/>
          </p:cNvCxnSpPr>
          <p:nvPr/>
        </p:nvCxnSpPr>
        <p:spPr>
          <a:xfrm>
            <a:off x="7120439" y="2887757"/>
            <a:ext cx="294405" cy="0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08537B1B-C3F0-06B7-1F9A-104D86BD4D6D}"/>
              </a:ext>
            </a:extLst>
          </p:cNvPr>
          <p:cNvCxnSpPr>
            <a:cxnSpLocks/>
          </p:cNvCxnSpPr>
          <p:nvPr/>
        </p:nvCxnSpPr>
        <p:spPr>
          <a:xfrm>
            <a:off x="7288362" y="2178996"/>
            <a:ext cx="0" cy="288078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F69D37D5-9864-3CDD-0377-0BC047FF3664}"/>
              </a:ext>
            </a:extLst>
          </p:cNvPr>
          <p:cNvCxnSpPr>
            <a:cxnSpLocks/>
          </p:cNvCxnSpPr>
          <p:nvPr/>
        </p:nvCxnSpPr>
        <p:spPr>
          <a:xfrm>
            <a:off x="7124142" y="2175587"/>
            <a:ext cx="0" cy="288078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93F0CB5A-C080-93E1-83EC-55A4ED561838}"/>
              </a:ext>
            </a:extLst>
          </p:cNvPr>
          <p:cNvCxnSpPr>
            <a:cxnSpLocks/>
          </p:cNvCxnSpPr>
          <p:nvPr/>
        </p:nvCxnSpPr>
        <p:spPr>
          <a:xfrm>
            <a:off x="7176663" y="1599648"/>
            <a:ext cx="0" cy="234000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연결선: 꺾임 143">
            <a:extLst>
              <a:ext uri="{FF2B5EF4-FFF2-40B4-BE49-F238E27FC236}">
                <a16:creationId xmlns:a16="http://schemas.microsoft.com/office/drawing/2014/main" id="{0B58CCA5-F694-BBF0-7DB9-A18667FC67F0}"/>
              </a:ext>
            </a:extLst>
          </p:cNvPr>
          <p:cNvCxnSpPr>
            <a:cxnSpLocks/>
            <a:stCxn id="37" idx="2"/>
            <a:endCxn id="97" idx="2"/>
          </p:cNvCxnSpPr>
          <p:nvPr/>
        </p:nvCxnSpPr>
        <p:spPr>
          <a:xfrm rot="5400000" flipH="1" flipV="1">
            <a:off x="3880039" y="4122105"/>
            <a:ext cx="82769" cy="3450795"/>
          </a:xfrm>
          <a:prstGeom prst="bentConnector4">
            <a:avLst>
              <a:gd name="adj1" fmla="val -160290"/>
              <a:gd name="adj2" fmla="val 59097"/>
            </a:avLst>
          </a:prstGeom>
          <a:ln w="12700"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CCF96417-DE72-DA65-F788-E7C2F3E86635}"/>
              </a:ext>
            </a:extLst>
          </p:cNvPr>
          <p:cNvSpPr/>
          <p:nvPr/>
        </p:nvSpPr>
        <p:spPr>
          <a:xfrm>
            <a:off x="4643045" y="5833933"/>
            <a:ext cx="849546" cy="2423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Save data</a:t>
            </a:r>
          </a:p>
        </p:txBody>
      </p: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26902728-9C62-BA89-DB1D-CC0E9E36D159}"/>
              </a:ext>
            </a:extLst>
          </p:cNvPr>
          <p:cNvCxnSpPr>
            <a:cxnSpLocks/>
            <a:stCxn id="101" idx="3"/>
            <a:endCxn id="104" idx="1"/>
          </p:cNvCxnSpPr>
          <p:nvPr/>
        </p:nvCxnSpPr>
        <p:spPr>
          <a:xfrm>
            <a:off x="5855153" y="5094981"/>
            <a:ext cx="149863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E30F1731-C87A-B8EE-4414-40D9CD135C15}"/>
              </a:ext>
            </a:extLst>
          </p:cNvPr>
          <p:cNvCxnSpPr>
            <a:cxnSpLocks/>
            <a:stCxn id="104" idx="3"/>
            <a:endCxn id="106" idx="1"/>
          </p:cNvCxnSpPr>
          <p:nvPr/>
        </p:nvCxnSpPr>
        <p:spPr>
          <a:xfrm>
            <a:off x="6865700" y="5094981"/>
            <a:ext cx="160967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E418F33C-E73B-82AB-6D97-8E30291E5D1B}"/>
              </a:ext>
            </a:extLst>
          </p:cNvPr>
          <p:cNvCxnSpPr>
            <a:cxnSpLocks/>
            <a:stCxn id="106" idx="3"/>
            <a:endCxn id="108" idx="1"/>
          </p:cNvCxnSpPr>
          <p:nvPr/>
        </p:nvCxnSpPr>
        <p:spPr>
          <a:xfrm>
            <a:off x="7887351" y="5094981"/>
            <a:ext cx="143912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연결선: 꺾임 165">
            <a:extLst>
              <a:ext uri="{FF2B5EF4-FFF2-40B4-BE49-F238E27FC236}">
                <a16:creationId xmlns:a16="http://schemas.microsoft.com/office/drawing/2014/main" id="{8798A26F-5C1E-4339-8BA7-97140CC7E46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305710" y="3065692"/>
            <a:ext cx="3802500" cy="1666588"/>
          </a:xfrm>
          <a:prstGeom prst="bentConnector2">
            <a:avLst/>
          </a:prstGeom>
          <a:ln w="12700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DAC2AA3-A7CA-BF4F-0319-390C0876073E}"/>
              </a:ext>
            </a:extLst>
          </p:cNvPr>
          <p:cNvSpPr/>
          <p:nvPr/>
        </p:nvSpPr>
        <p:spPr>
          <a:xfrm>
            <a:off x="7253917" y="2130728"/>
            <a:ext cx="885256" cy="3924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Inference response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75A4064-0B98-521E-7F83-3E6506DF2C2B}"/>
              </a:ext>
            </a:extLst>
          </p:cNvPr>
          <p:cNvSpPr/>
          <p:nvPr/>
        </p:nvSpPr>
        <p:spPr>
          <a:xfrm>
            <a:off x="84904" y="5684225"/>
            <a:ext cx="1194344" cy="31726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731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*Real-time</a:t>
            </a:r>
            <a:endParaRPr lang="en-US" altLang="ko-KR" sz="731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defRPr/>
            </a:pPr>
            <a:endParaRPr lang="en-US" altLang="ko-KR" sz="731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9721500-AA87-1683-9737-4BC47E40A73A}"/>
              </a:ext>
            </a:extLst>
          </p:cNvPr>
          <p:cNvCxnSpPr>
            <a:cxnSpLocks/>
          </p:cNvCxnSpPr>
          <p:nvPr/>
        </p:nvCxnSpPr>
        <p:spPr>
          <a:xfrm>
            <a:off x="698147" y="5791836"/>
            <a:ext cx="17905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1D7777F0-1860-43DA-63C8-DAAAB89BE338}"/>
              </a:ext>
            </a:extLst>
          </p:cNvPr>
          <p:cNvCxnSpPr>
            <a:cxnSpLocks/>
          </p:cNvCxnSpPr>
          <p:nvPr/>
        </p:nvCxnSpPr>
        <p:spPr>
          <a:xfrm>
            <a:off x="698572" y="5956248"/>
            <a:ext cx="179057" cy="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2F0BDCB-6BAE-1864-5297-08399D2F3614}"/>
              </a:ext>
            </a:extLst>
          </p:cNvPr>
          <p:cNvSpPr/>
          <p:nvPr/>
        </p:nvSpPr>
        <p:spPr>
          <a:xfrm>
            <a:off x="97672" y="5865710"/>
            <a:ext cx="1194344" cy="2048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731" b="1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*Batch     </a:t>
            </a:r>
            <a:endParaRPr lang="en-US" altLang="ko-KR" sz="731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9E48448-82D0-203D-15CB-5DCD3A2684CC}"/>
              </a:ext>
            </a:extLst>
          </p:cNvPr>
          <p:cNvSpPr/>
          <p:nvPr/>
        </p:nvSpPr>
        <p:spPr>
          <a:xfrm>
            <a:off x="4637827" y="1791130"/>
            <a:ext cx="1266963" cy="2423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input data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8C13929-6225-01B2-BEA5-3A8337B0A83E}"/>
              </a:ext>
            </a:extLst>
          </p:cNvPr>
          <p:cNvSpPr/>
          <p:nvPr/>
        </p:nvSpPr>
        <p:spPr>
          <a:xfrm>
            <a:off x="7249237" y="1594552"/>
            <a:ext cx="885256" cy="3924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Send Results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E46402D-B199-A3EA-6365-B7BCF488F93D}"/>
              </a:ext>
            </a:extLst>
          </p:cNvPr>
          <p:cNvSpPr/>
          <p:nvPr/>
        </p:nvSpPr>
        <p:spPr>
          <a:xfrm>
            <a:off x="6206848" y="2130751"/>
            <a:ext cx="885256" cy="3924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75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Inference request</a:t>
            </a:r>
          </a:p>
        </p:txBody>
      </p:sp>
    </p:spTree>
    <p:extLst>
      <p:ext uri="{BB962C8B-B14F-4D97-AF65-F5344CB8AC3E}">
        <p14:creationId xmlns:p14="http://schemas.microsoft.com/office/powerpoint/2010/main" val="274123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F262C-8D9C-1942-1BD3-B56FC433F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제목 2">
            <a:extLst>
              <a:ext uri="{FF2B5EF4-FFF2-40B4-BE49-F238E27FC236}">
                <a16:creationId xmlns:a16="http://schemas.microsoft.com/office/drawing/2014/main" id="{78EB4C5A-94EB-7863-22D9-9AFA16117C63}"/>
              </a:ext>
            </a:extLst>
          </p:cNvPr>
          <p:cNvSpPr txBox="1">
            <a:spLocks/>
          </p:cNvSpPr>
          <p:nvPr/>
        </p:nvSpPr>
        <p:spPr>
          <a:xfrm>
            <a:off x="416496" y="90113"/>
            <a:ext cx="7416824" cy="307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812781" indent="-812781" defTabSz="957239" fontAlgn="base" latinLnBrk="0">
              <a:spcBef>
                <a:spcPct val="0"/>
              </a:spcBef>
              <a:spcAft>
                <a:spcPct val="0"/>
              </a:spcAft>
              <a:defRPr kumimoji="1" sz="2001" b="1" ker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AI 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소음 진단 플랫폼 개발 과정 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&gt; 1) 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소음 유형별 특징 분석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FE87EF1-AAE4-6198-0DFF-C84AB6E3DC04}"/>
              </a:ext>
            </a:extLst>
          </p:cNvPr>
          <p:cNvSpPr/>
          <p:nvPr/>
        </p:nvSpPr>
        <p:spPr>
          <a:xfrm>
            <a:off x="416496" y="683404"/>
            <a:ext cx="9489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ko-KR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6</a:t>
            </a:r>
            <a:r>
              <a:rPr lang="ko-KR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개 소음 유형 별로 주파수 구간과 소음 형상의 차이가 있음을 확인</a:t>
            </a: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64" y="1268760"/>
            <a:ext cx="9449170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0513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 cap="flat">
          <a:solidFill>
            <a:schemeClr val="bg1">
              <a:lumMod val="65000"/>
            </a:schemeClr>
          </a:solidFill>
          <a:prstDash val="dash"/>
          <a:headEnd w="sm" len="sm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32508</TotalTime>
  <Words>374</Words>
  <Application>Microsoft Office PowerPoint</Application>
  <PresentationFormat>A4 용지(210x297mm)</PresentationFormat>
  <Paragraphs>98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Wingdings</vt:lpstr>
      <vt:lpstr>1_Office 테마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suk</dc:creator>
  <cp:lastModifiedBy>human</cp:lastModifiedBy>
  <cp:revision>3706</cp:revision>
  <cp:lastPrinted>2014-01-20T06:09:59Z</cp:lastPrinted>
  <dcterms:created xsi:type="dcterms:W3CDTF">2012-09-04T06:48:59Z</dcterms:created>
  <dcterms:modified xsi:type="dcterms:W3CDTF">2026-07-27T02:09:24Z</dcterms:modified>
</cp:coreProperties>
</file>